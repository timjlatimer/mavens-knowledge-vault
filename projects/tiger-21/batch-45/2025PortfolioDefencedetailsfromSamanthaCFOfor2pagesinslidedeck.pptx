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4"/>
  </p:sldMasterIdLst>
  <p:notesMasterIdLst>
    <p:notesMasterId r:id="rId17"/>
  </p:notesMasterIdLst>
  <p:sldIdLst>
    <p:sldId id="260" r:id="rId5"/>
    <p:sldId id="343" r:id="rId6"/>
    <p:sldId id="258" r:id="rId7"/>
    <p:sldId id="345" r:id="rId8"/>
    <p:sldId id="344" r:id="rId9"/>
    <p:sldId id="300" r:id="rId10"/>
    <p:sldId id="301" r:id="rId11"/>
    <p:sldId id="346" r:id="rId12"/>
    <p:sldId id="347" r:id="rId13"/>
    <p:sldId id="348" r:id="rId14"/>
    <p:sldId id="349" r:id="rId15"/>
    <p:sldId id="350" r:id="rId1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604FBD-0CDD-478B-AC77-2A0D862357D5}">
          <p14:sldIdLst>
            <p14:sldId id="260"/>
            <p14:sldId id="343"/>
            <p14:sldId id="258"/>
            <p14:sldId id="345"/>
            <p14:sldId id="344"/>
            <p14:sldId id="300"/>
            <p14:sldId id="301"/>
            <p14:sldId id="346"/>
            <p14:sldId id="347"/>
            <p14:sldId id="348"/>
            <p14:sldId id="349"/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244664-C703-415B-A275-EC8329A85BF5}" v="2" dt="2026-01-07T04:49:03.4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ntha Frampton" userId="2973d2b6-d054-451c-8a4b-2cd64b835db9" providerId="ADAL" clId="{3701EA0C-779A-4BA5-95C9-9D7659CAC091}"/>
    <pc:docChg chg="undo custSel addSld delSld modSld sldOrd delMainMaster addSection delSection modSection">
      <pc:chgData name="Samantha Frampton" userId="2973d2b6-d054-451c-8a4b-2cd64b835db9" providerId="ADAL" clId="{3701EA0C-779A-4BA5-95C9-9D7659CAC091}" dt="2026-01-07T04:58:53.194" v="7121" actId="20577"/>
      <pc:docMkLst>
        <pc:docMk/>
      </pc:docMkLst>
      <pc:sldChg chg="del">
        <pc:chgData name="Samantha Frampton" userId="2973d2b6-d054-451c-8a4b-2cd64b835db9" providerId="ADAL" clId="{3701EA0C-779A-4BA5-95C9-9D7659CAC091}" dt="2026-01-06T23:04:26.128" v="6027" actId="47"/>
        <pc:sldMkLst>
          <pc:docMk/>
          <pc:sldMk cId="133434831" sldId="257"/>
        </pc:sldMkLst>
      </pc:sldChg>
      <pc:sldChg chg="modSp mod">
        <pc:chgData name="Samantha Frampton" userId="2973d2b6-d054-451c-8a4b-2cd64b835db9" providerId="ADAL" clId="{3701EA0C-779A-4BA5-95C9-9D7659CAC091}" dt="2026-01-07T04:54:43.548" v="7087" actId="20577"/>
        <pc:sldMkLst>
          <pc:docMk/>
          <pc:sldMk cId="734957121" sldId="258"/>
        </pc:sldMkLst>
        <pc:spChg chg="mod">
          <ac:chgData name="Samantha Frampton" userId="2973d2b6-d054-451c-8a4b-2cd64b835db9" providerId="ADAL" clId="{3701EA0C-779A-4BA5-95C9-9D7659CAC091}" dt="2026-01-07T04:54:43.548" v="7087" actId="20577"/>
          <ac:spMkLst>
            <pc:docMk/>
            <pc:sldMk cId="734957121" sldId="258"/>
            <ac:spMk id="2" creationId="{935D3E23-962A-D6AC-29F7-A20A61FD7DC0}"/>
          </ac:spMkLst>
        </pc:spChg>
        <pc:spChg chg="mod">
          <ac:chgData name="Samantha Frampton" userId="2973d2b6-d054-451c-8a4b-2cd64b835db9" providerId="ADAL" clId="{3701EA0C-779A-4BA5-95C9-9D7659CAC091}" dt="2026-01-07T04:54:26.438" v="7062" actId="20577"/>
          <ac:spMkLst>
            <pc:docMk/>
            <pc:sldMk cId="734957121" sldId="258"/>
            <ac:spMk id="3" creationId="{DFA64440-8C9A-A4CE-89C2-D090F5219D4D}"/>
          </ac:spMkLst>
        </pc:spChg>
      </pc:sldChg>
      <pc:sldChg chg="del">
        <pc:chgData name="Samantha Frampton" userId="2973d2b6-d054-451c-8a4b-2cd64b835db9" providerId="ADAL" clId="{3701EA0C-779A-4BA5-95C9-9D7659CAC091}" dt="2026-01-07T04:37:29.045" v="6659" actId="47"/>
        <pc:sldMkLst>
          <pc:docMk/>
          <pc:sldMk cId="3695467383" sldId="262"/>
        </pc:sldMkLst>
      </pc:sldChg>
      <pc:sldChg chg="del">
        <pc:chgData name="Samantha Frampton" userId="2973d2b6-d054-451c-8a4b-2cd64b835db9" providerId="ADAL" clId="{3701EA0C-779A-4BA5-95C9-9D7659CAC091}" dt="2026-01-07T04:37:29.045" v="6659" actId="47"/>
        <pc:sldMkLst>
          <pc:docMk/>
          <pc:sldMk cId="2413008408" sldId="263"/>
        </pc:sldMkLst>
      </pc:sldChg>
      <pc:sldChg chg="del">
        <pc:chgData name="Samantha Frampton" userId="2973d2b6-d054-451c-8a4b-2cd64b835db9" providerId="ADAL" clId="{3701EA0C-779A-4BA5-95C9-9D7659CAC091}" dt="2026-01-07T04:37:29.045" v="6659" actId="47"/>
        <pc:sldMkLst>
          <pc:docMk/>
          <pc:sldMk cId="2780026517" sldId="264"/>
        </pc:sldMkLst>
      </pc:sldChg>
      <pc:sldChg chg="del">
        <pc:chgData name="Samantha Frampton" userId="2973d2b6-d054-451c-8a4b-2cd64b835db9" providerId="ADAL" clId="{3701EA0C-779A-4BA5-95C9-9D7659CAC091}" dt="2026-01-06T23:04:26.128" v="6027" actId="47"/>
        <pc:sldMkLst>
          <pc:docMk/>
          <pc:sldMk cId="875057384" sldId="265"/>
        </pc:sldMkLst>
      </pc:sldChg>
      <pc:sldChg chg="del">
        <pc:chgData name="Samantha Frampton" userId="2973d2b6-d054-451c-8a4b-2cd64b835db9" providerId="ADAL" clId="{3701EA0C-779A-4BA5-95C9-9D7659CAC091}" dt="2026-01-06T23:04:29.034" v="6028" actId="47"/>
        <pc:sldMkLst>
          <pc:docMk/>
          <pc:sldMk cId="3869955994" sldId="269"/>
        </pc:sldMkLst>
      </pc:sldChg>
      <pc:sldChg chg="add del">
        <pc:chgData name="Samantha Frampton" userId="2973d2b6-d054-451c-8a4b-2cd64b835db9" providerId="ADAL" clId="{3701EA0C-779A-4BA5-95C9-9D7659CAC091}" dt="2026-01-07T04:43:17.537" v="6868" actId="47"/>
        <pc:sldMkLst>
          <pc:docMk/>
          <pc:sldMk cId="4131036149" sldId="276"/>
        </pc:sldMkLst>
      </pc:sldChg>
      <pc:sldChg chg="add del">
        <pc:chgData name="Samantha Frampton" userId="2973d2b6-d054-451c-8a4b-2cd64b835db9" providerId="ADAL" clId="{3701EA0C-779A-4BA5-95C9-9D7659CAC091}" dt="2026-01-07T04:43:17.537" v="6868" actId="47"/>
        <pc:sldMkLst>
          <pc:docMk/>
          <pc:sldMk cId="2611420542" sldId="281"/>
        </pc:sldMkLst>
      </pc:sldChg>
      <pc:sldChg chg="modSp del mod">
        <pc:chgData name="Samantha Frampton" userId="2973d2b6-d054-451c-8a4b-2cd64b835db9" providerId="ADAL" clId="{3701EA0C-779A-4BA5-95C9-9D7659CAC091}" dt="2026-01-07T04:38:03.115" v="6678" actId="47"/>
        <pc:sldMkLst>
          <pc:docMk/>
          <pc:sldMk cId="4223938388" sldId="284"/>
        </pc:sldMkLst>
        <pc:spChg chg="mod">
          <ac:chgData name="Samantha Frampton" userId="2973d2b6-d054-451c-8a4b-2cd64b835db9" providerId="ADAL" clId="{3701EA0C-779A-4BA5-95C9-9D7659CAC091}" dt="2026-01-07T04:37:44.961" v="6661" actId="21"/>
          <ac:spMkLst>
            <pc:docMk/>
            <pc:sldMk cId="4223938388" sldId="284"/>
            <ac:spMk id="3" creationId="{4F6E9356-D1C1-EA27-B95C-754216411A2E}"/>
          </ac:spMkLst>
        </pc:spChg>
      </pc:sldChg>
      <pc:sldChg chg="modSp mod">
        <pc:chgData name="Samantha Frampton" userId="2973d2b6-d054-451c-8a4b-2cd64b835db9" providerId="ADAL" clId="{3701EA0C-779A-4BA5-95C9-9D7659CAC091}" dt="2026-01-07T04:53:51.606" v="7054" actId="20577"/>
        <pc:sldMkLst>
          <pc:docMk/>
          <pc:sldMk cId="1919065558" sldId="300"/>
        </pc:sldMkLst>
        <pc:spChg chg="mod">
          <ac:chgData name="Samantha Frampton" userId="2973d2b6-d054-451c-8a4b-2cd64b835db9" providerId="ADAL" clId="{3701EA0C-779A-4BA5-95C9-9D7659CAC091}" dt="2026-01-07T04:53:46.212" v="7053" actId="20577"/>
          <ac:spMkLst>
            <pc:docMk/>
            <pc:sldMk cId="1919065558" sldId="300"/>
            <ac:spMk id="2" creationId="{BA852D10-4976-F9B5-1079-9A5AA2EBE325}"/>
          </ac:spMkLst>
        </pc:spChg>
        <pc:spChg chg="mod">
          <ac:chgData name="Samantha Frampton" userId="2973d2b6-d054-451c-8a4b-2cd64b835db9" providerId="ADAL" clId="{3701EA0C-779A-4BA5-95C9-9D7659CAC091}" dt="2026-01-07T04:53:51.606" v="7054" actId="20577"/>
          <ac:spMkLst>
            <pc:docMk/>
            <pc:sldMk cId="1919065558" sldId="300"/>
            <ac:spMk id="3" creationId="{B7A021A0-17E2-A51C-2CDC-BD32B284B020}"/>
          </ac:spMkLst>
        </pc:spChg>
      </pc:sldChg>
      <pc:sldChg chg="modSp mod">
        <pc:chgData name="Samantha Frampton" userId="2973d2b6-d054-451c-8a4b-2cd64b835db9" providerId="ADAL" clId="{3701EA0C-779A-4BA5-95C9-9D7659CAC091}" dt="2026-01-07T04:51:46.219" v="7042" actId="20577"/>
        <pc:sldMkLst>
          <pc:docMk/>
          <pc:sldMk cId="3132296367" sldId="301"/>
        </pc:sldMkLst>
        <pc:spChg chg="mod">
          <ac:chgData name="Samantha Frampton" userId="2973d2b6-d054-451c-8a4b-2cd64b835db9" providerId="ADAL" clId="{3701EA0C-779A-4BA5-95C9-9D7659CAC091}" dt="2026-01-06T23:05:24.246" v="6051" actId="20577"/>
          <ac:spMkLst>
            <pc:docMk/>
            <pc:sldMk cId="3132296367" sldId="301"/>
            <ac:spMk id="2" creationId="{126D3B2B-A0B7-CC35-86B0-49C4FEC49B78}"/>
          </ac:spMkLst>
        </pc:spChg>
        <pc:spChg chg="mod">
          <ac:chgData name="Samantha Frampton" userId="2973d2b6-d054-451c-8a4b-2cd64b835db9" providerId="ADAL" clId="{3701EA0C-779A-4BA5-95C9-9D7659CAC091}" dt="2026-01-07T04:51:46.219" v="7042" actId="20577"/>
          <ac:spMkLst>
            <pc:docMk/>
            <pc:sldMk cId="3132296367" sldId="301"/>
            <ac:spMk id="3" creationId="{6C6D86CE-A3AC-20F6-4257-DFDC58687028}"/>
          </ac:spMkLst>
        </pc:spChg>
      </pc:sldChg>
      <pc:sldChg chg="addSp delSp modSp del mod ord">
        <pc:chgData name="Samantha Frampton" userId="2973d2b6-d054-451c-8a4b-2cd64b835db9" providerId="ADAL" clId="{3701EA0C-779A-4BA5-95C9-9D7659CAC091}" dt="2026-01-07T04:37:11.415" v="6658" actId="47"/>
        <pc:sldMkLst>
          <pc:docMk/>
          <pc:sldMk cId="137989536" sldId="302"/>
        </pc:sldMkLst>
      </pc:sldChg>
      <pc:sldChg chg="del ord">
        <pc:chgData name="Samantha Frampton" userId="2973d2b6-d054-451c-8a4b-2cd64b835db9" providerId="ADAL" clId="{3701EA0C-779A-4BA5-95C9-9D7659CAC091}" dt="2026-01-07T04:43:17.537" v="6868" actId="47"/>
        <pc:sldMkLst>
          <pc:docMk/>
          <pc:sldMk cId="286342520" sldId="306"/>
        </pc:sldMkLst>
      </pc:sldChg>
      <pc:sldChg chg="del ord">
        <pc:chgData name="Samantha Frampton" userId="2973d2b6-d054-451c-8a4b-2cd64b835db9" providerId="ADAL" clId="{3701EA0C-779A-4BA5-95C9-9D7659CAC091}" dt="2026-01-07T04:43:17.537" v="6868" actId="47"/>
        <pc:sldMkLst>
          <pc:docMk/>
          <pc:sldMk cId="2640657667" sldId="307"/>
        </pc:sldMkLst>
      </pc:sldChg>
      <pc:sldChg chg="addSp delSp modSp del mod ord">
        <pc:chgData name="Samantha Frampton" userId="2973d2b6-d054-451c-8a4b-2cd64b835db9" providerId="ADAL" clId="{3701EA0C-779A-4BA5-95C9-9D7659CAC091}" dt="2026-01-07T04:37:11.415" v="6658" actId="47"/>
        <pc:sldMkLst>
          <pc:docMk/>
          <pc:sldMk cId="1971757545" sldId="308"/>
        </pc:sldMkLst>
      </pc:sldChg>
      <pc:sldChg chg="add del">
        <pc:chgData name="Samantha Frampton" userId="2973d2b6-d054-451c-8a4b-2cd64b835db9" providerId="ADAL" clId="{3701EA0C-779A-4BA5-95C9-9D7659CAC091}" dt="2026-01-07T04:25:52.558" v="6194" actId="47"/>
        <pc:sldMkLst>
          <pc:docMk/>
          <pc:sldMk cId="1553427545" sldId="310"/>
        </pc:sldMkLst>
      </pc:sldChg>
      <pc:sldChg chg="add del ord">
        <pc:chgData name="Samantha Frampton" userId="2973d2b6-d054-451c-8a4b-2cd64b835db9" providerId="ADAL" clId="{3701EA0C-779A-4BA5-95C9-9D7659CAC091}" dt="2026-01-07T04:25:52.558" v="6194" actId="47"/>
        <pc:sldMkLst>
          <pc:docMk/>
          <pc:sldMk cId="3326912800" sldId="322"/>
        </pc:sldMkLst>
      </pc:sldChg>
      <pc:sldChg chg="add del">
        <pc:chgData name="Samantha Frampton" userId="2973d2b6-d054-451c-8a4b-2cd64b835db9" providerId="ADAL" clId="{3701EA0C-779A-4BA5-95C9-9D7659CAC091}" dt="2026-01-07T04:43:17.537" v="6868" actId="47"/>
        <pc:sldMkLst>
          <pc:docMk/>
          <pc:sldMk cId="1485634433" sldId="329"/>
        </pc:sldMkLst>
      </pc:sldChg>
      <pc:sldChg chg="add del">
        <pc:chgData name="Samantha Frampton" userId="2973d2b6-d054-451c-8a4b-2cd64b835db9" providerId="ADAL" clId="{3701EA0C-779A-4BA5-95C9-9D7659CAC091}" dt="2026-01-07T04:43:17.537" v="6868" actId="47"/>
        <pc:sldMkLst>
          <pc:docMk/>
          <pc:sldMk cId="70652009" sldId="331"/>
        </pc:sldMkLst>
      </pc:sldChg>
      <pc:sldChg chg="add del">
        <pc:chgData name="Samantha Frampton" userId="2973d2b6-d054-451c-8a4b-2cd64b835db9" providerId="ADAL" clId="{3701EA0C-779A-4BA5-95C9-9D7659CAC091}" dt="2026-01-07T04:43:17.537" v="6868" actId="47"/>
        <pc:sldMkLst>
          <pc:docMk/>
          <pc:sldMk cId="1474909239" sldId="332"/>
        </pc:sldMkLst>
      </pc:sldChg>
      <pc:sldChg chg="add del">
        <pc:chgData name="Samantha Frampton" userId="2973d2b6-d054-451c-8a4b-2cd64b835db9" providerId="ADAL" clId="{3701EA0C-779A-4BA5-95C9-9D7659CAC091}" dt="2026-01-07T04:43:17.537" v="6868" actId="47"/>
        <pc:sldMkLst>
          <pc:docMk/>
          <pc:sldMk cId="4233653616" sldId="333"/>
        </pc:sldMkLst>
      </pc:sldChg>
      <pc:sldChg chg="add del">
        <pc:chgData name="Samantha Frampton" userId="2973d2b6-d054-451c-8a4b-2cd64b835db9" providerId="ADAL" clId="{3701EA0C-779A-4BA5-95C9-9D7659CAC091}" dt="2026-01-07T04:25:52.558" v="6194" actId="47"/>
        <pc:sldMkLst>
          <pc:docMk/>
          <pc:sldMk cId="1147390826" sldId="334"/>
        </pc:sldMkLst>
      </pc:sldChg>
      <pc:sldChg chg="add del ord">
        <pc:chgData name="Samantha Frampton" userId="2973d2b6-d054-451c-8a4b-2cd64b835db9" providerId="ADAL" clId="{3701EA0C-779A-4BA5-95C9-9D7659CAC091}" dt="2026-01-07T04:25:52.558" v="6194" actId="47"/>
        <pc:sldMkLst>
          <pc:docMk/>
          <pc:sldMk cId="2043094323" sldId="335"/>
        </pc:sldMkLst>
      </pc:sldChg>
      <pc:sldChg chg="add del ord">
        <pc:chgData name="Samantha Frampton" userId="2973d2b6-d054-451c-8a4b-2cd64b835db9" providerId="ADAL" clId="{3701EA0C-779A-4BA5-95C9-9D7659CAC091}" dt="2026-01-07T04:25:52.558" v="6194" actId="47"/>
        <pc:sldMkLst>
          <pc:docMk/>
          <pc:sldMk cId="3009995475" sldId="338"/>
        </pc:sldMkLst>
      </pc:sldChg>
      <pc:sldChg chg="add del">
        <pc:chgData name="Samantha Frampton" userId="2973d2b6-d054-451c-8a4b-2cd64b835db9" providerId="ADAL" clId="{3701EA0C-779A-4BA5-95C9-9D7659CAC091}" dt="2026-01-07T04:25:52.558" v="6194" actId="47"/>
        <pc:sldMkLst>
          <pc:docMk/>
          <pc:sldMk cId="192224989" sldId="339"/>
        </pc:sldMkLst>
      </pc:sldChg>
      <pc:sldChg chg="add del">
        <pc:chgData name="Samantha Frampton" userId="2973d2b6-d054-451c-8a4b-2cd64b835db9" providerId="ADAL" clId="{3701EA0C-779A-4BA5-95C9-9D7659CAC091}" dt="2026-01-07T04:25:52.558" v="6194" actId="47"/>
        <pc:sldMkLst>
          <pc:docMk/>
          <pc:sldMk cId="1620139267" sldId="341"/>
        </pc:sldMkLst>
      </pc:sldChg>
      <pc:sldChg chg="addSp delSp new mod">
        <pc:chgData name="Samantha Frampton" userId="2973d2b6-d054-451c-8a4b-2cd64b835db9" providerId="ADAL" clId="{3701EA0C-779A-4BA5-95C9-9D7659CAC091}" dt="2025-12-08T16:35:54.965" v="3" actId="478"/>
        <pc:sldMkLst>
          <pc:docMk/>
          <pc:sldMk cId="1720963713" sldId="343"/>
        </pc:sldMkLst>
        <pc:picChg chg="add">
          <ac:chgData name="Samantha Frampton" userId="2973d2b6-d054-451c-8a4b-2cd64b835db9" providerId="ADAL" clId="{3701EA0C-779A-4BA5-95C9-9D7659CAC091}" dt="2025-12-08T16:35:41.104" v="1" actId="22"/>
          <ac:picMkLst>
            <pc:docMk/>
            <pc:sldMk cId="1720963713" sldId="343"/>
            <ac:picMk id="5" creationId="{1BD77670-178B-D30F-E06F-75AFC1F7DAE9}"/>
          </ac:picMkLst>
        </pc:picChg>
      </pc:sldChg>
      <pc:sldChg chg="addSp delSp modSp add mod setBg">
        <pc:chgData name="Samantha Frampton" userId="2973d2b6-d054-451c-8a4b-2cd64b835db9" providerId="ADAL" clId="{3701EA0C-779A-4BA5-95C9-9D7659CAC091}" dt="2026-01-07T04:56:29.906" v="7088" actId="20577"/>
        <pc:sldMkLst>
          <pc:docMk/>
          <pc:sldMk cId="376143097" sldId="344"/>
        </pc:sldMkLst>
        <pc:spChg chg="add">
          <ac:chgData name="Samantha Frampton" userId="2973d2b6-d054-451c-8a4b-2cd64b835db9" providerId="ADAL" clId="{3701EA0C-779A-4BA5-95C9-9D7659CAC091}" dt="2025-12-08T18:15:23.188" v="414" actId="26606"/>
          <ac:spMkLst>
            <pc:docMk/>
            <pc:sldMk cId="376143097" sldId="344"/>
            <ac:spMk id="12" creationId="{5628E5CB-913B-4378-97CE-18C9F6410C53}"/>
          </ac:spMkLst>
        </pc:spChg>
        <pc:graphicFrameChg chg="mod modGraphic">
          <ac:chgData name="Samantha Frampton" userId="2973d2b6-d054-451c-8a4b-2cd64b835db9" providerId="ADAL" clId="{3701EA0C-779A-4BA5-95C9-9D7659CAC091}" dt="2026-01-07T04:56:29.906" v="7088" actId="20577"/>
          <ac:graphicFrameMkLst>
            <pc:docMk/>
            <pc:sldMk cId="376143097" sldId="344"/>
            <ac:graphicFrameMk id="3" creationId="{7A5B5D17-4487-EFF0-F196-E8F6C5BCE224}"/>
          </ac:graphicFrameMkLst>
        </pc:graphicFrameChg>
      </pc:sldChg>
      <pc:sldChg chg="addSp modSp add mod setBg">
        <pc:chgData name="Samantha Frampton" userId="2973d2b6-d054-451c-8a4b-2cd64b835db9" providerId="ADAL" clId="{3701EA0C-779A-4BA5-95C9-9D7659CAC091}" dt="2026-01-06T23:05:00.612" v="6044" actId="20577"/>
        <pc:sldMkLst>
          <pc:docMk/>
          <pc:sldMk cId="2525836138" sldId="345"/>
        </pc:sldMkLst>
        <pc:spChg chg="add">
          <ac:chgData name="Samantha Frampton" userId="2973d2b6-d054-451c-8a4b-2cd64b835db9" providerId="ADAL" clId="{3701EA0C-779A-4BA5-95C9-9D7659CAC091}" dt="2025-12-08T17:29:30.561" v="174" actId="26606"/>
          <ac:spMkLst>
            <pc:docMk/>
            <pc:sldMk cId="2525836138" sldId="345"/>
            <ac:spMk id="8" creationId="{B50AB553-2A96-4A92-96F2-93548E096954}"/>
          </ac:spMkLst>
        </pc:spChg>
        <pc:graphicFrameChg chg="mod modGraphic">
          <ac:chgData name="Samantha Frampton" userId="2973d2b6-d054-451c-8a4b-2cd64b835db9" providerId="ADAL" clId="{3701EA0C-779A-4BA5-95C9-9D7659CAC091}" dt="2026-01-06T23:05:00.612" v="6044" actId="20577"/>
          <ac:graphicFrameMkLst>
            <pc:docMk/>
            <pc:sldMk cId="2525836138" sldId="345"/>
            <ac:graphicFrameMk id="3" creationId="{A7F3E844-9E4D-9F31-C860-EF670DA14CE3}"/>
          </ac:graphicFrameMkLst>
        </pc:graphicFrameChg>
      </pc:sldChg>
      <pc:sldChg chg="addSp delSp modSp add mod ord modClrScheme chgLayout">
        <pc:chgData name="Samantha Frampton" userId="2973d2b6-d054-451c-8a4b-2cd64b835db9" providerId="ADAL" clId="{3701EA0C-779A-4BA5-95C9-9D7659CAC091}" dt="2026-01-07T04:22:20.813" v="6193" actId="15"/>
        <pc:sldMkLst>
          <pc:docMk/>
          <pc:sldMk cId="851457800" sldId="346"/>
        </pc:sldMkLst>
        <pc:spChg chg="mod ord">
          <ac:chgData name="Samantha Frampton" userId="2973d2b6-d054-451c-8a4b-2cd64b835db9" providerId="ADAL" clId="{3701EA0C-779A-4BA5-95C9-9D7659CAC091}" dt="2026-01-06T23:05:53.162" v="6052" actId="700"/>
          <ac:spMkLst>
            <pc:docMk/>
            <pc:sldMk cId="851457800" sldId="346"/>
            <ac:spMk id="2" creationId="{300AE412-B628-3184-8B45-BD320EDA34D2}"/>
          </ac:spMkLst>
        </pc:spChg>
        <pc:spChg chg="add mod ord">
          <ac:chgData name="Samantha Frampton" userId="2973d2b6-d054-451c-8a4b-2cd64b835db9" providerId="ADAL" clId="{3701EA0C-779A-4BA5-95C9-9D7659CAC091}" dt="2026-01-07T04:22:20.813" v="6193" actId="15"/>
          <ac:spMkLst>
            <pc:docMk/>
            <pc:sldMk cId="851457800" sldId="346"/>
            <ac:spMk id="3" creationId="{AA0A2675-D352-C943-5832-162CE078EA55}"/>
          </ac:spMkLst>
        </pc:spChg>
        <pc:spChg chg="add del mod ord">
          <ac:chgData name="Samantha Frampton" userId="2973d2b6-d054-451c-8a4b-2cd64b835db9" providerId="ADAL" clId="{3701EA0C-779A-4BA5-95C9-9D7659CAC091}" dt="2026-01-06T23:05:53.162" v="6052" actId="700"/>
          <ac:spMkLst>
            <pc:docMk/>
            <pc:sldMk cId="851457800" sldId="346"/>
            <ac:spMk id="5" creationId="{80BA8757-E033-4045-CA20-382403B5C41F}"/>
          </ac:spMkLst>
        </pc:spChg>
      </pc:sldChg>
      <pc:sldChg chg="addSp delSp modSp add mod modClrScheme chgLayout">
        <pc:chgData name="Samantha Frampton" userId="2973d2b6-d054-451c-8a4b-2cd64b835db9" providerId="ADAL" clId="{3701EA0C-779A-4BA5-95C9-9D7659CAC091}" dt="2026-01-07T04:58:10.957" v="7111" actId="20577"/>
        <pc:sldMkLst>
          <pc:docMk/>
          <pc:sldMk cId="362078100" sldId="347"/>
        </pc:sldMkLst>
        <pc:spChg chg="mod ord">
          <ac:chgData name="Samantha Frampton" userId="2973d2b6-d054-451c-8a4b-2cd64b835db9" providerId="ADAL" clId="{3701EA0C-779A-4BA5-95C9-9D7659CAC091}" dt="2026-01-07T04:26:23.128" v="6195" actId="700"/>
          <ac:spMkLst>
            <pc:docMk/>
            <pc:sldMk cId="362078100" sldId="347"/>
            <ac:spMk id="2" creationId="{115D5A1F-11BC-9192-77BE-2B15498482AF}"/>
          </ac:spMkLst>
        </pc:spChg>
        <pc:spChg chg="add mod ord">
          <ac:chgData name="Samantha Frampton" userId="2973d2b6-d054-451c-8a4b-2cd64b835db9" providerId="ADAL" clId="{3701EA0C-779A-4BA5-95C9-9D7659CAC091}" dt="2026-01-07T04:58:10.957" v="7111" actId="20577"/>
          <ac:spMkLst>
            <pc:docMk/>
            <pc:sldMk cId="362078100" sldId="347"/>
            <ac:spMk id="3" creationId="{483E43A6-7AFD-DE9C-07F1-0E40A797EB1A}"/>
          </ac:spMkLst>
        </pc:spChg>
        <pc:spChg chg="del mod ord">
          <ac:chgData name="Samantha Frampton" userId="2973d2b6-d054-451c-8a4b-2cd64b835db9" providerId="ADAL" clId="{3701EA0C-779A-4BA5-95C9-9D7659CAC091}" dt="2026-01-07T04:26:23.128" v="6195" actId="700"/>
          <ac:spMkLst>
            <pc:docMk/>
            <pc:sldMk cId="362078100" sldId="347"/>
            <ac:spMk id="5" creationId="{74E49994-72AF-1FCD-7A18-350D6BF1FA48}"/>
          </ac:spMkLst>
        </pc:spChg>
      </pc:sldChg>
      <pc:sldChg chg="addSp delSp modSp add mod modClrScheme chgLayout">
        <pc:chgData name="Samantha Frampton" userId="2973d2b6-d054-451c-8a4b-2cd64b835db9" providerId="ADAL" clId="{3701EA0C-779A-4BA5-95C9-9D7659CAC091}" dt="2026-01-07T04:58:53.194" v="7121" actId="20577"/>
        <pc:sldMkLst>
          <pc:docMk/>
          <pc:sldMk cId="1755025232" sldId="348"/>
        </pc:sldMkLst>
        <pc:spChg chg="mod ord">
          <ac:chgData name="Samantha Frampton" userId="2973d2b6-d054-451c-8a4b-2cd64b835db9" providerId="ADAL" clId="{3701EA0C-779A-4BA5-95C9-9D7659CAC091}" dt="2026-01-07T04:33:50.896" v="6550" actId="700"/>
          <ac:spMkLst>
            <pc:docMk/>
            <pc:sldMk cId="1755025232" sldId="348"/>
            <ac:spMk id="2" creationId="{3BF6995C-7DF3-A46F-C231-EF628ECB42E7}"/>
          </ac:spMkLst>
        </pc:spChg>
        <pc:spChg chg="add mod ord">
          <ac:chgData name="Samantha Frampton" userId="2973d2b6-d054-451c-8a4b-2cd64b835db9" providerId="ADAL" clId="{3701EA0C-779A-4BA5-95C9-9D7659CAC091}" dt="2026-01-07T04:58:53.194" v="7121" actId="20577"/>
          <ac:spMkLst>
            <pc:docMk/>
            <pc:sldMk cId="1755025232" sldId="348"/>
            <ac:spMk id="3" creationId="{58214E8B-E734-F8EC-558B-B19636A9CD9E}"/>
          </ac:spMkLst>
        </pc:spChg>
        <pc:spChg chg="del mod ord">
          <ac:chgData name="Samantha Frampton" userId="2973d2b6-d054-451c-8a4b-2cd64b835db9" providerId="ADAL" clId="{3701EA0C-779A-4BA5-95C9-9D7659CAC091}" dt="2026-01-07T04:33:50.896" v="6550" actId="700"/>
          <ac:spMkLst>
            <pc:docMk/>
            <pc:sldMk cId="1755025232" sldId="348"/>
            <ac:spMk id="5" creationId="{67C10503-458E-E091-D929-C53DC87061D8}"/>
          </ac:spMkLst>
        </pc:spChg>
      </pc:sldChg>
      <pc:sldChg chg="modSp add mod modClrScheme chgLayout">
        <pc:chgData name="Samantha Frampton" userId="2973d2b6-d054-451c-8a4b-2cd64b835db9" providerId="ADAL" clId="{3701EA0C-779A-4BA5-95C9-9D7659CAC091}" dt="2026-01-07T04:36:19.326" v="6657" actId="20577"/>
        <pc:sldMkLst>
          <pc:docMk/>
          <pc:sldMk cId="2193481664" sldId="349"/>
        </pc:sldMkLst>
        <pc:spChg chg="mod ord">
          <ac:chgData name="Samantha Frampton" userId="2973d2b6-d054-451c-8a4b-2cd64b835db9" providerId="ADAL" clId="{3701EA0C-779A-4BA5-95C9-9D7659CAC091}" dt="2026-01-07T04:34:49.318" v="6551" actId="700"/>
          <ac:spMkLst>
            <pc:docMk/>
            <pc:sldMk cId="2193481664" sldId="349"/>
            <ac:spMk id="2" creationId="{93ADE2D1-805D-C517-A507-DB6CAF0E70F6}"/>
          </ac:spMkLst>
        </pc:spChg>
        <pc:spChg chg="mod ord">
          <ac:chgData name="Samantha Frampton" userId="2973d2b6-d054-451c-8a4b-2cd64b835db9" providerId="ADAL" clId="{3701EA0C-779A-4BA5-95C9-9D7659CAC091}" dt="2026-01-07T04:36:19.326" v="6657" actId="20577"/>
          <ac:spMkLst>
            <pc:docMk/>
            <pc:sldMk cId="2193481664" sldId="349"/>
            <ac:spMk id="5" creationId="{6D4B00B1-FC28-EC4D-EA6A-A3F652FDC3EE}"/>
          </ac:spMkLst>
        </pc:spChg>
      </pc:sldChg>
      <pc:sldChg chg="modSp add mod modClrScheme chgLayout">
        <pc:chgData name="Samantha Frampton" userId="2973d2b6-d054-451c-8a4b-2cd64b835db9" providerId="ADAL" clId="{3701EA0C-779A-4BA5-95C9-9D7659CAC091}" dt="2026-01-07T04:37:58.179" v="6677" actId="20577"/>
        <pc:sldMkLst>
          <pc:docMk/>
          <pc:sldMk cId="1708505810" sldId="350"/>
        </pc:sldMkLst>
        <pc:spChg chg="mod ord">
          <ac:chgData name="Samantha Frampton" userId="2973d2b6-d054-451c-8a4b-2cd64b835db9" providerId="ADAL" clId="{3701EA0C-779A-4BA5-95C9-9D7659CAC091}" dt="2026-01-07T04:37:39.611" v="6660" actId="700"/>
          <ac:spMkLst>
            <pc:docMk/>
            <pc:sldMk cId="1708505810" sldId="350"/>
            <ac:spMk id="2" creationId="{8DF3E03A-02CF-DB33-D21F-13B880D70AAF}"/>
          </ac:spMkLst>
        </pc:spChg>
        <pc:spChg chg="mod ord">
          <ac:chgData name="Samantha Frampton" userId="2973d2b6-d054-451c-8a4b-2cd64b835db9" providerId="ADAL" clId="{3701EA0C-779A-4BA5-95C9-9D7659CAC091}" dt="2026-01-07T04:37:58.179" v="6677" actId="20577"/>
          <ac:spMkLst>
            <pc:docMk/>
            <pc:sldMk cId="1708505810" sldId="350"/>
            <ac:spMk id="5" creationId="{8886CA86-0680-674C-A81C-A8026D187696}"/>
          </ac:spMkLst>
        </pc:spChg>
      </pc:sldChg>
      <pc:sldChg chg="addSp delSp modSp add del mod ord">
        <pc:chgData name="Samantha Frampton" userId="2973d2b6-d054-451c-8a4b-2cd64b835db9" providerId="ADAL" clId="{3701EA0C-779A-4BA5-95C9-9D7659CAC091}" dt="2026-01-07T04:25:52.558" v="6194" actId="47"/>
        <pc:sldMkLst>
          <pc:docMk/>
          <pc:sldMk cId="1660156248" sldId="351"/>
        </pc:sldMkLst>
      </pc:sldChg>
      <pc:sldChg chg="addSp delSp modSp new del mod setBg chgLayout">
        <pc:chgData name="Samantha Frampton" userId="2973d2b6-d054-451c-8a4b-2cd64b835db9" providerId="ADAL" clId="{3701EA0C-779A-4BA5-95C9-9D7659CAC091}" dt="2026-01-07T04:33:41.895" v="6549" actId="47"/>
        <pc:sldMkLst>
          <pc:docMk/>
          <pc:sldMk cId="19968158" sldId="352"/>
        </pc:sldMkLst>
      </pc:sldChg>
      <pc:sldChg chg="modSp add del mod ord">
        <pc:chgData name="Samantha Frampton" userId="2973d2b6-d054-451c-8a4b-2cd64b835db9" providerId="ADAL" clId="{3701EA0C-779A-4BA5-95C9-9D7659CAC091}" dt="2026-01-07T04:33:41.895" v="6549" actId="47"/>
        <pc:sldMkLst>
          <pc:docMk/>
          <pc:sldMk cId="2650871350" sldId="353"/>
        </pc:sldMkLst>
      </pc:sldChg>
      <pc:sldChg chg="addSp delSp modSp add del mod setBg">
        <pc:chgData name="Samantha Frampton" userId="2973d2b6-d054-451c-8a4b-2cd64b835db9" providerId="ADAL" clId="{3701EA0C-779A-4BA5-95C9-9D7659CAC091}" dt="2026-01-07T04:33:41.895" v="6549" actId="47"/>
        <pc:sldMkLst>
          <pc:docMk/>
          <pc:sldMk cId="3062070260" sldId="354"/>
        </pc:sldMkLst>
      </pc:sldChg>
      <pc:sldChg chg="modSp add del mod">
        <pc:chgData name="Samantha Frampton" userId="2973d2b6-d054-451c-8a4b-2cd64b835db9" providerId="ADAL" clId="{3701EA0C-779A-4BA5-95C9-9D7659CAC091}" dt="2026-01-07T04:33:41.895" v="6549" actId="47"/>
        <pc:sldMkLst>
          <pc:docMk/>
          <pc:sldMk cId="577662186" sldId="355"/>
        </pc:sldMkLst>
      </pc:sldChg>
      <pc:sldChg chg="modSp add del mod ord">
        <pc:chgData name="Samantha Frampton" userId="2973d2b6-d054-451c-8a4b-2cd64b835db9" providerId="ADAL" clId="{3701EA0C-779A-4BA5-95C9-9D7659CAC091}" dt="2026-01-07T04:43:17.537" v="6868" actId="47"/>
        <pc:sldMkLst>
          <pc:docMk/>
          <pc:sldMk cId="3975271236" sldId="356"/>
        </pc:sldMkLst>
      </pc:sldChg>
      <pc:sldChg chg="modSp add del mod ord">
        <pc:chgData name="Samantha Frampton" userId="2973d2b6-d054-451c-8a4b-2cd64b835db9" providerId="ADAL" clId="{3701EA0C-779A-4BA5-95C9-9D7659CAC091}" dt="2026-01-07T04:43:17.537" v="6868" actId="47"/>
        <pc:sldMkLst>
          <pc:docMk/>
          <pc:sldMk cId="1698498499" sldId="357"/>
        </pc:sldMkLst>
      </pc:sldChg>
      <pc:sldChg chg="addSp delSp modSp add del mod ord">
        <pc:chgData name="Samantha Frampton" userId="2973d2b6-d054-451c-8a4b-2cd64b835db9" providerId="ADAL" clId="{3701EA0C-779A-4BA5-95C9-9D7659CAC091}" dt="2026-01-07T04:37:11.415" v="6658" actId="47"/>
        <pc:sldMkLst>
          <pc:docMk/>
          <pc:sldMk cId="972171559" sldId="358"/>
        </pc:sldMkLst>
      </pc:sldChg>
      <pc:sldChg chg="add del">
        <pc:chgData name="Samantha Frampton" userId="2973d2b6-d054-451c-8a4b-2cd64b835db9" providerId="ADAL" clId="{3701EA0C-779A-4BA5-95C9-9D7659CAC091}" dt="2026-01-07T04:37:11.415" v="6658" actId="47"/>
        <pc:sldMkLst>
          <pc:docMk/>
          <pc:sldMk cId="3735367298" sldId="359"/>
        </pc:sldMkLst>
      </pc:sldChg>
      <pc:sldMasterChg chg="del delSldLayout">
        <pc:chgData name="Samantha Frampton" userId="2973d2b6-d054-451c-8a4b-2cd64b835db9" providerId="ADAL" clId="{3701EA0C-779A-4BA5-95C9-9D7659CAC091}" dt="2026-01-06T23:04:26.128" v="6027" actId="47"/>
        <pc:sldMasterMkLst>
          <pc:docMk/>
          <pc:sldMasterMk cId="2189006224" sldId="2147483710"/>
        </pc:sldMasterMkLst>
        <pc:sldLayoutChg chg="del">
          <pc:chgData name="Samantha Frampton" userId="2973d2b6-d054-451c-8a4b-2cd64b835db9" providerId="ADAL" clId="{3701EA0C-779A-4BA5-95C9-9D7659CAC091}" dt="2026-01-06T23:04:26.128" v="6027" actId="47"/>
          <pc:sldLayoutMkLst>
            <pc:docMk/>
            <pc:sldMasterMk cId="2189006224" sldId="2147483710"/>
            <pc:sldLayoutMk cId="2703776926" sldId="2147483711"/>
          </pc:sldLayoutMkLst>
        </pc:sldLayoutChg>
        <pc:sldLayoutChg chg="del">
          <pc:chgData name="Samantha Frampton" userId="2973d2b6-d054-451c-8a4b-2cd64b835db9" providerId="ADAL" clId="{3701EA0C-779A-4BA5-95C9-9D7659CAC091}" dt="2026-01-06T23:04:26.128" v="6027" actId="47"/>
          <pc:sldLayoutMkLst>
            <pc:docMk/>
            <pc:sldMasterMk cId="2189006224" sldId="2147483710"/>
            <pc:sldLayoutMk cId="2949586086" sldId="2147483712"/>
          </pc:sldLayoutMkLst>
        </pc:sldLayoutChg>
        <pc:sldLayoutChg chg="del">
          <pc:chgData name="Samantha Frampton" userId="2973d2b6-d054-451c-8a4b-2cd64b835db9" providerId="ADAL" clId="{3701EA0C-779A-4BA5-95C9-9D7659CAC091}" dt="2026-01-06T23:04:26.128" v="6027" actId="47"/>
          <pc:sldLayoutMkLst>
            <pc:docMk/>
            <pc:sldMasterMk cId="2189006224" sldId="2147483710"/>
            <pc:sldLayoutMk cId="2686008286" sldId="2147483713"/>
          </pc:sldLayoutMkLst>
        </pc:sldLayoutChg>
        <pc:sldLayoutChg chg="del">
          <pc:chgData name="Samantha Frampton" userId="2973d2b6-d054-451c-8a4b-2cd64b835db9" providerId="ADAL" clId="{3701EA0C-779A-4BA5-95C9-9D7659CAC091}" dt="2026-01-06T23:04:26.128" v="6027" actId="47"/>
          <pc:sldLayoutMkLst>
            <pc:docMk/>
            <pc:sldMasterMk cId="2189006224" sldId="2147483710"/>
            <pc:sldLayoutMk cId="251170781" sldId="2147483714"/>
          </pc:sldLayoutMkLst>
        </pc:sldLayoutChg>
        <pc:sldLayoutChg chg="del">
          <pc:chgData name="Samantha Frampton" userId="2973d2b6-d054-451c-8a4b-2cd64b835db9" providerId="ADAL" clId="{3701EA0C-779A-4BA5-95C9-9D7659CAC091}" dt="2026-01-06T23:04:26.128" v="6027" actId="47"/>
          <pc:sldLayoutMkLst>
            <pc:docMk/>
            <pc:sldMasterMk cId="2189006224" sldId="2147483710"/>
            <pc:sldLayoutMk cId="858238365" sldId="2147483715"/>
          </pc:sldLayoutMkLst>
        </pc:sldLayoutChg>
        <pc:sldLayoutChg chg="del">
          <pc:chgData name="Samantha Frampton" userId="2973d2b6-d054-451c-8a4b-2cd64b835db9" providerId="ADAL" clId="{3701EA0C-779A-4BA5-95C9-9D7659CAC091}" dt="2026-01-06T23:04:26.128" v="6027" actId="47"/>
          <pc:sldLayoutMkLst>
            <pc:docMk/>
            <pc:sldMasterMk cId="2189006224" sldId="2147483710"/>
            <pc:sldLayoutMk cId="2931786769" sldId="2147483716"/>
          </pc:sldLayoutMkLst>
        </pc:sldLayoutChg>
        <pc:sldLayoutChg chg="del">
          <pc:chgData name="Samantha Frampton" userId="2973d2b6-d054-451c-8a4b-2cd64b835db9" providerId="ADAL" clId="{3701EA0C-779A-4BA5-95C9-9D7659CAC091}" dt="2026-01-06T23:04:26.128" v="6027" actId="47"/>
          <pc:sldLayoutMkLst>
            <pc:docMk/>
            <pc:sldMasterMk cId="2189006224" sldId="2147483710"/>
            <pc:sldLayoutMk cId="3748536697" sldId="2147483717"/>
          </pc:sldLayoutMkLst>
        </pc:sldLayoutChg>
        <pc:sldLayoutChg chg="del">
          <pc:chgData name="Samantha Frampton" userId="2973d2b6-d054-451c-8a4b-2cd64b835db9" providerId="ADAL" clId="{3701EA0C-779A-4BA5-95C9-9D7659CAC091}" dt="2026-01-06T23:04:26.128" v="6027" actId="47"/>
          <pc:sldLayoutMkLst>
            <pc:docMk/>
            <pc:sldMasterMk cId="2189006224" sldId="2147483710"/>
            <pc:sldLayoutMk cId="576276373" sldId="2147483718"/>
          </pc:sldLayoutMkLst>
        </pc:sldLayoutChg>
        <pc:sldLayoutChg chg="del">
          <pc:chgData name="Samantha Frampton" userId="2973d2b6-d054-451c-8a4b-2cd64b835db9" providerId="ADAL" clId="{3701EA0C-779A-4BA5-95C9-9D7659CAC091}" dt="2026-01-06T23:04:26.128" v="6027" actId="47"/>
          <pc:sldLayoutMkLst>
            <pc:docMk/>
            <pc:sldMasterMk cId="2189006224" sldId="2147483710"/>
            <pc:sldLayoutMk cId="3483773263" sldId="2147483719"/>
          </pc:sldLayoutMkLst>
        </pc:sldLayoutChg>
        <pc:sldLayoutChg chg="del">
          <pc:chgData name="Samantha Frampton" userId="2973d2b6-d054-451c-8a4b-2cd64b835db9" providerId="ADAL" clId="{3701EA0C-779A-4BA5-95C9-9D7659CAC091}" dt="2026-01-06T23:04:26.128" v="6027" actId="47"/>
          <pc:sldLayoutMkLst>
            <pc:docMk/>
            <pc:sldMasterMk cId="2189006224" sldId="2147483710"/>
            <pc:sldLayoutMk cId="23828708" sldId="2147483720"/>
          </pc:sldLayoutMkLst>
        </pc:sldLayoutChg>
        <pc:sldLayoutChg chg="del">
          <pc:chgData name="Samantha Frampton" userId="2973d2b6-d054-451c-8a4b-2cd64b835db9" providerId="ADAL" clId="{3701EA0C-779A-4BA5-95C9-9D7659CAC091}" dt="2026-01-06T23:04:26.128" v="6027" actId="47"/>
          <pc:sldLayoutMkLst>
            <pc:docMk/>
            <pc:sldMasterMk cId="2189006224" sldId="2147483710"/>
            <pc:sldLayoutMk cId="3161512799" sldId="214748372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752861-81EB-44A6-A4F4-1B993E0D2F60}" type="doc">
      <dgm:prSet loTypeId="urn:microsoft.com/office/officeart/2005/8/layout/orgChart1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5E380AF1-471F-4A4F-97D4-A85BF668663B}">
      <dgm:prSet phldrT="[Text]"/>
      <dgm:spPr/>
      <dgm:t>
        <a:bodyPr/>
        <a:lstStyle/>
        <a:p>
          <a:r>
            <a:rPr lang="en-US" dirty="0"/>
            <a:t>1874490 Alberta ltd. (Hold Co for the Trust shares)</a:t>
          </a:r>
          <a:endParaRPr lang="en-CA" dirty="0"/>
        </a:p>
      </dgm:t>
    </dgm:pt>
    <dgm:pt modelId="{FBE0D7B8-CC3B-4094-927E-67545398E258}" type="parTrans" cxnId="{759B644D-18FD-4461-91E1-F05233CB9FA3}">
      <dgm:prSet/>
      <dgm:spPr/>
      <dgm:t>
        <a:bodyPr/>
        <a:lstStyle/>
        <a:p>
          <a:endParaRPr lang="en-CA"/>
        </a:p>
      </dgm:t>
    </dgm:pt>
    <dgm:pt modelId="{A9BCC24C-20E1-40BD-BE60-065DB2B44A42}" type="sibTrans" cxnId="{759B644D-18FD-4461-91E1-F05233CB9FA3}">
      <dgm:prSet/>
      <dgm:spPr/>
      <dgm:t>
        <a:bodyPr/>
        <a:lstStyle/>
        <a:p>
          <a:endParaRPr lang="en-CA"/>
        </a:p>
      </dgm:t>
    </dgm:pt>
    <dgm:pt modelId="{3D5D56A9-A79F-4790-9014-2529D940A18D}">
      <dgm:prSet phldrT="[Text]"/>
      <dgm:spPr/>
      <dgm:t>
        <a:bodyPr/>
        <a:lstStyle/>
        <a:p>
          <a:r>
            <a:rPr lang="en-US" dirty="0"/>
            <a:t>Business as a Force for Good Inc.</a:t>
          </a:r>
          <a:endParaRPr lang="en-CA" dirty="0"/>
        </a:p>
      </dgm:t>
    </dgm:pt>
    <dgm:pt modelId="{538842AA-A761-495E-8550-C9A40A97E47D}" type="parTrans" cxnId="{D912631D-BBCA-425B-BCF7-47533172DBDF}">
      <dgm:prSet/>
      <dgm:spPr/>
      <dgm:t>
        <a:bodyPr/>
        <a:lstStyle/>
        <a:p>
          <a:endParaRPr lang="en-CA"/>
        </a:p>
      </dgm:t>
    </dgm:pt>
    <dgm:pt modelId="{9DBA6A59-5E29-45AC-B088-2E14769B5BF7}" type="sibTrans" cxnId="{D912631D-BBCA-425B-BCF7-47533172DBDF}">
      <dgm:prSet/>
      <dgm:spPr/>
      <dgm:t>
        <a:bodyPr/>
        <a:lstStyle/>
        <a:p>
          <a:endParaRPr lang="en-CA"/>
        </a:p>
      </dgm:t>
    </dgm:pt>
    <dgm:pt modelId="{CB061AF2-BDC3-4898-8599-B73E77CEB59C}">
      <dgm:prSet phldrT="[Text]"/>
      <dgm:spPr/>
      <dgm:t>
        <a:bodyPr/>
        <a:lstStyle/>
        <a:p>
          <a:r>
            <a:rPr lang="en-CA" dirty="0"/>
            <a:t>24 Hour Mortgage (not operating, license only)</a:t>
          </a:r>
        </a:p>
      </dgm:t>
    </dgm:pt>
    <dgm:pt modelId="{6B018324-4AEC-408F-BE5B-4525C1ED28D1}" type="parTrans" cxnId="{02D53C47-754C-4AAA-A9B4-7E2039CD7C59}">
      <dgm:prSet/>
      <dgm:spPr/>
      <dgm:t>
        <a:bodyPr/>
        <a:lstStyle/>
        <a:p>
          <a:endParaRPr lang="en-CA"/>
        </a:p>
      </dgm:t>
    </dgm:pt>
    <dgm:pt modelId="{4180C830-AF3A-4A3B-ABDF-E1AFC1C32F4D}" type="sibTrans" cxnId="{02D53C47-754C-4AAA-A9B4-7E2039CD7C59}">
      <dgm:prSet/>
      <dgm:spPr/>
      <dgm:t>
        <a:bodyPr/>
        <a:lstStyle/>
        <a:p>
          <a:endParaRPr lang="en-CA"/>
        </a:p>
      </dgm:t>
    </dgm:pt>
    <dgm:pt modelId="{22D394B6-4BFC-4C1F-B60E-331B14E14E30}">
      <dgm:prSet phldrT="[Text]"/>
      <dgm:spPr/>
      <dgm:t>
        <a:bodyPr/>
        <a:lstStyle/>
        <a:p>
          <a:r>
            <a:rPr lang="en-US" dirty="0"/>
            <a:t>Pawn Princess Solutions Inc.</a:t>
          </a:r>
          <a:endParaRPr lang="en-CA" dirty="0"/>
        </a:p>
      </dgm:t>
    </dgm:pt>
    <dgm:pt modelId="{9BDD6995-F3E6-43C0-9CF1-A9CAB20CE6C2}" type="parTrans" cxnId="{A67F55EA-2AD3-42D8-AFB8-66182B4A53DE}">
      <dgm:prSet/>
      <dgm:spPr/>
      <dgm:t>
        <a:bodyPr/>
        <a:lstStyle/>
        <a:p>
          <a:endParaRPr lang="en-CA"/>
        </a:p>
      </dgm:t>
    </dgm:pt>
    <dgm:pt modelId="{5ACB0A06-4870-40F6-9411-377E4193F4C8}" type="sibTrans" cxnId="{A67F55EA-2AD3-42D8-AFB8-66182B4A53DE}">
      <dgm:prSet/>
      <dgm:spPr/>
      <dgm:t>
        <a:bodyPr/>
        <a:lstStyle/>
        <a:p>
          <a:endParaRPr lang="en-CA"/>
        </a:p>
      </dgm:t>
    </dgm:pt>
    <dgm:pt modelId="{123A822B-2BAB-4025-8B48-76EDD42B371D}">
      <dgm:prSet phldrT="[Text]"/>
      <dgm:spPr/>
      <dgm:t>
        <a:bodyPr/>
        <a:lstStyle/>
        <a:p>
          <a:r>
            <a:rPr lang="en-CA" dirty="0" err="1"/>
            <a:t>NextUse</a:t>
          </a:r>
          <a:r>
            <a:rPr lang="en-CA" dirty="0"/>
            <a:t> Business Solutions Inc. (50%)</a:t>
          </a:r>
        </a:p>
      </dgm:t>
    </dgm:pt>
    <dgm:pt modelId="{467087B6-43CA-47E1-BE4C-E09A9C20FA7F}" type="parTrans" cxnId="{EF1463B4-F77B-4896-B728-4C60364B9404}">
      <dgm:prSet/>
      <dgm:spPr/>
      <dgm:t>
        <a:bodyPr/>
        <a:lstStyle/>
        <a:p>
          <a:endParaRPr lang="en-CA"/>
        </a:p>
      </dgm:t>
    </dgm:pt>
    <dgm:pt modelId="{9F0D4595-6110-416B-A135-271C915F11A1}" type="sibTrans" cxnId="{EF1463B4-F77B-4896-B728-4C60364B9404}">
      <dgm:prSet/>
      <dgm:spPr/>
      <dgm:t>
        <a:bodyPr/>
        <a:lstStyle/>
        <a:p>
          <a:endParaRPr lang="en-CA"/>
        </a:p>
      </dgm:t>
    </dgm:pt>
    <dgm:pt modelId="{5659B72C-C3B3-49A1-A0E3-414B4F507CF6}">
      <dgm:prSet phldrT="[Text]"/>
      <dgm:spPr/>
      <dgm:t>
        <a:bodyPr/>
        <a:lstStyle/>
        <a:p>
          <a:r>
            <a:rPr lang="en-US" dirty="0"/>
            <a:t>Love Train Cannabis Inc. (Not operating, to be dissolved) (was </a:t>
          </a:r>
          <a:r>
            <a:rPr lang="en-CA" dirty="0"/>
            <a:t>2627413 Alberta Ltd)</a:t>
          </a:r>
        </a:p>
      </dgm:t>
    </dgm:pt>
    <dgm:pt modelId="{FA002728-84F4-4696-AB91-A0BB5B2CF960}" type="parTrans" cxnId="{E9C8B59D-F34B-469C-BBD2-CD795335660F}">
      <dgm:prSet/>
      <dgm:spPr/>
      <dgm:t>
        <a:bodyPr/>
        <a:lstStyle/>
        <a:p>
          <a:endParaRPr lang="en-CA"/>
        </a:p>
      </dgm:t>
    </dgm:pt>
    <dgm:pt modelId="{FC0953DE-F5C0-4A68-9E71-F80D566ED6BE}" type="sibTrans" cxnId="{E9C8B59D-F34B-469C-BBD2-CD795335660F}">
      <dgm:prSet/>
      <dgm:spPr/>
      <dgm:t>
        <a:bodyPr/>
        <a:lstStyle/>
        <a:p>
          <a:endParaRPr lang="en-CA"/>
        </a:p>
      </dgm:t>
    </dgm:pt>
    <dgm:pt modelId="{7573C175-CFD1-4FB0-9F26-6D0B4DC84DE9}">
      <dgm:prSet phldrT="[Text]"/>
      <dgm:spPr/>
      <dgm:t>
        <a:bodyPr/>
        <a:lstStyle/>
        <a:p>
          <a:r>
            <a:rPr lang="en-US" dirty="0"/>
            <a:t>A Trust as a Force for Good (Trustees)</a:t>
          </a:r>
          <a:endParaRPr lang="en-CA" dirty="0"/>
        </a:p>
      </dgm:t>
    </dgm:pt>
    <dgm:pt modelId="{4506D1F9-33D2-4A25-8AA0-E48C48EE0639}" type="parTrans" cxnId="{C7174004-0E4F-4369-8B29-F37269A514A8}">
      <dgm:prSet/>
      <dgm:spPr/>
      <dgm:t>
        <a:bodyPr/>
        <a:lstStyle/>
        <a:p>
          <a:endParaRPr lang="en-CA"/>
        </a:p>
      </dgm:t>
    </dgm:pt>
    <dgm:pt modelId="{037198B1-2479-46EF-A5B7-B7074774D903}" type="sibTrans" cxnId="{C7174004-0E4F-4369-8B29-F37269A514A8}">
      <dgm:prSet/>
      <dgm:spPr/>
      <dgm:t>
        <a:bodyPr/>
        <a:lstStyle/>
        <a:p>
          <a:endParaRPr lang="en-CA"/>
        </a:p>
      </dgm:t>
    </dgm:pt>
    <dgm:pt modelId="{873DD79E-21A2-4071-88B3-D74FF049DBF2}">
      <dgm:prSet phldrT="[Text]"/>
      <dgm:spPr/>
      <dgm:t>
        <a:bodyPr/>
        <a:lstStyle/>
        <a:p>
          <a:r>
            <a:rPr lang="en-CA" err="1"/>
            <a:t>CosignSimple</a:t>
          </a:r>
          <a:r>
            <a:rPr lang="en-CA"/>
            <a:t> Inc. (not active)</a:t>
          </a:r>
        </a:p>
      </dgm:t>
    </dgm:pt>
    <dgm:pt modelId="{B13582E9-97A8-44D8-84AB-D3EBB7AB0263}" type="parTrans" cxnId="{FD87382E-BEF7-4BCD-8A56-36BEF1910EC6}">
      <dgm:prSet/>
      <dgm:spPr/>
      <dgm:t>
        <a:bodyPr/>
        <a:lstStyle/>
        <a:p>
          <a:endParaRPr lang="en-CA"/>
        </a:p>
      </dgm:t>
    </dgm:pt>
    <dgm:pt modelId="{B983858B-4DC1-4380-BCBD-986EA92E8782}" type="sibTrans" cxnId="{FD87382E-BEF7-4BCD-8A56-36BEF1910EC6}">
      <dgm:prSet/>
      <dgm:spPr/>
      <dgm:t>
        <a:bodyPr/>
        <a:lstStyle/>
        <a:p>
          <a:endParaRPr lang="en-CA"/>
        </a:p>
      </dgm:t>
    </dgm:pt>
    <dgm:pt modelId="{F698221B-912B-418B-9744-CDEC4B3B6E55}">
      <dgm:prSet phldrT="[Text]"/>
      <dgm:spPr/>
      <dgm:t>
        <a:bodyPr/>
        <a:lstStyle/>
        <a:p>
          <a:r>
            <a:rPr lang="en-US"/>
            <a:t>2294955 Alberta Ltd. Lady Loans Canada (not active)</a:t>
          </a:r>
          <a:endParaRPr lang="en-CA"/>
        </a:p>
      </dgm:t>
    </dgm:pt>
    <dgm:pt modelId="{D03256D1-719C-4841-915B-F133805258CB}" type="parTrans" cxnId="{654CCB6D-C1C5-4714-B2D6-77B5E1F90393}">
      <dgm:prSet/>
      <dgm:spPr/>
      <dgm:t>
        <a:bodyPr/>
        <a:lstStyle/>
        <a:p>
          <a:endParaRPr lang="en-CA"/>
        </a:p>
      </dgm:t>
    </dgm:pt>
    <dgm:pt modelId="{225BD46C-3D38-40C9-A6BA-E34DB8268042}" type="sibTrans" cxnId="{654CCB6D-C1C5-4714-B2D6-77B5E1F90393}">
      <dgm:prSet/>
      <dgm:spPr/>
      <dgm:t>
        <a:bodyPr/>
        <a:lstStyle/>
        <a:p>
          <a:endParaRPr lang="en-CA"/>
        </a:p>
      </dgm:t>
    </dgm:pt>
    <dgm:pt modelId="{8646DED4-DCAF-4F2C-9F4C-537D57DDC748}">
      <dgm:prSet phldrT="[Text]"/>
      <dgm:spPr/>
      <dgm:t>
        <a:bodyPr/>
        <a:lstStyle/>
        <a:p>
          <a:r>
            <a:rPr lang="en-CA" dirty="0"/>
            <a:t>Maven / </a:t>
          </a:r>
          <a:r>
            <a:rPr lang="en-CA" dirty="0" err="1"/>
            <a:t>MoneyUp</a:t>
          </a:r>
          <a:endParaRPr lang="en-CA" dirty="0"/>
        </a:p>
      </dgm:t>
    </dgm:pt>
    <dgm:pt modelId="{5FF6B22A-E2EB-4EBB-9596-3049B2415104}" type="parTrans" cxnId="{B2EC8AA5-9D83-4AE8-8CDD-7801C52137CA}">
      <dgm:prSet/>
      <dgm:spPr/>
      <dgm:t>
        <a:bodyPr/>
        <a:lstStyle/>
        <a:p>
          <a:endParaRPr lang="en-CA"/>
        </a:p>
      </dgm:t>
    </dgm:pt>
    <dgm:pt modelId="{9F0984D1-F10F-414C-A077-51DD24FB77D6}" type="sibTrans" cxnId="{B2EC8AA5-9D83-4AE8-8CDD-7801C52137CA}">
      <dgm:prSet/>
      <dgm:spPr/>
      <dgm:t>
        <a:bodyPr/>
        <a:lstStyle/>
        <a:p>
          <a:endParaRPr lang="en-CA"/>
        </a:p>
      </dgm:t>
    </dgm:pt>
    <dgm:pt modelId="{BA45ACFA-F7A6-4AC7-B32E-9BD0278DFD68}">
      <dgm:prSet phldrT="[Text]"/>
      <dgm:spPr/>
      <dgm:t>
        <a:bodyPr/>
        <a:lstStyle/>
        <a:p>
          <a:r>
            <a:rPr lang="en-CA"/>
            <a:t>Cashco Venue Inc. (active)</a:t>
          </a:r>
        </a:p>
      </dgm:t>
    </dgm:pt>
    <dgm:pt modelId="{476636CE-B4A7-4352-8C6B-D6FCF413E427}" type="parTrans" cxnId="{E79FC3FC-8D4A-483F-A338-89B55DD8008E}">
      <dgm:prSet/>
      <dgm:spPr/>
      <dgm:t>
        <a:bodyPr/>
        <a:lstStyle/>
        <a:p>
          <a:endParaRPr lang="en-CA"/>
        </a:p>
      </dgm:t>
    </dgm:pt>
    <dgm:pt modelId="{5722A3B8-9FC0-4558-8E40-73B6280002B5}" type="sibTrans" cxnId="{E79FC3FC-8D4A-483F-A338-89B55DD8008E}">
      <dgm:prSet/>
      <dgm:spPr/>
      <dgm:t>
        <a:bodyPr/>
        <a:lstStyle/>
        <a:p>
          <a:endParaRPr lang="en-CA"/>
        </a:p>
      </dgm:t>
    </dgm:pt>
    <dgm:pt modelId="{DD11B1B4-5BDA-48CD-8FED-47D19866E1D1}">
      <dgm:prSet phldrT="[Text]"/>
      <dgm:spPr/>
      <dgm:t>
        <a:bodyPr/>
        <a:lstStyle/>
        <a:p>
          <a:r>
            <a:rPr lang="en-US" err="1"/>
            <a:t>CashCo</a:t>
          </a:r>
          <a:r>
            <a:rPr lang="en-US"/>
            <a:t> Financial Inc (active)</a:t>
          </a:r>
          <a:endParaRPr lang="en-CA"/>
        </a:p>
      </dgm:t>
    </dgm:pt>
    <dgm:pt modelId="{2A83F1ED-7098-44F5-8A8B-6C52EFF14AE3}" type="parTrans" cxnId="{72B5FF57-35A4-442D-BAE1-FBB1B7A3189D}">
      <dgm:prSet/>
      <dgm:spPr/>
      <dgm:t>
        <a:bodyPr/>
        <a:lstStyle/>
        <a:p>
          <a:endParaRPr lang="en-CA"/>
        </a:p>
      </dgm:t>
    </dgm:pt>
    <dgm:pt modelId="{926BBB54-85AC-46A3-A64A-57C986DAC5D6}" type="sibTrans" cxnId="{72B5FF57-35A4-442D-BAE1-FBB1B7A3189D}">
      <dgm:prSet/>
      <dgm:spPr/>
      <dgm:t>
        <a:bodyPr/>
        <a:lstStyle/>
        <a:p>
          <a:endParaRPr lang="en-CA"/>
        </a:p>
      </dgm:t>
    </dgm:pt>
    <dgm:pt modelId="{1AF338A6-1549-47A6-AA4D-CA7B032FBA6E}">
      <dgm:prSet phldrT="[Text]"/>
      <dgm:spPr/>
      <dgm:t>
        <a:bodyPr/>
        <a:lstStyle/>
        <a:p>
          <a:r>
            <a:rPr lang="en-US"/>
            <a:t>Lady Loans Ltd (52% owned by trustee SL) (not active)</a:t>
          </a:r>
          <a:endParaRPr lang="en-CA"/>
        </a:p>
      </dgm:t>
    </dgm:pt>
    <dgm:pt modelId="{C9124914-CD47-42D2-95CF-50D4F6417C06}" type="parTrans" cxnId="{29BBB916-E9C4-446B-8E2C-4A7C61022923}">
      <dgm:prSet/>
      <dgm:spPr/>
      <dgm:t>
        <a:bodyPr/>
        <a:lstStyle/>
        <a:p>
          <a:endParaRPr lang="en-CA"/>
        </a:p>
      </dgm:t>
    </dgm:pt>
    <dgm:pt modelId="{1B48EA5E-3E79-4971-B727-3126D72A3E61}" type="sibTrans" cxnId="{29BBB916-E9C4-446B-8E2C-4A7C61022923}">
      <dgm:prSet/>
      <dgm:spPr/>
      <dgm:t>
        <a:bodyPr/>
        <a:lstStyle/>
        <a:p>
          <a:endParaRPr lang="en-CA"/>
        </a:p>
      </dgm:t>
    </dgm:pt>
    <dgm:pt modelId="{9140D928-DD2F-49A2-848D-84BE1F2E9E7B}">
      <dgm:prSet phldrT="[Text]"/>
      <dgm:spPr/>
      <dgm:t>
        <a:bodyPr/>
        <a:lstStyle/>
        <a:p>
          <a:r>
            <a:rPr lang="en-CA" dirty="0"/>
            <a:t>JL Legacy Ltd. (Real Estate and Lending)</a:t>
          </a:r>
        </a:p>
      </dgm:t>
    </dgm:pt>
    <dgm:pt modelId="{0E56A048-8B6D-4791-AAA6-F430CE45795D}" type="parTrans" cxnId="{44B6E82C-D856-47A6-8C7D-7BBB1701EDB0}">
      <dgm:prSet/>
      <dgm:spPr/>
      <dgm:t>
        <a:bodyPr/>
        <a:lstStyle/>
        <a:p>
          <a:endParaRPr lang="en-CA"/>
        </a:p>
      </dgm:t>
    </dgm:pt>
    <dgm:pt modelId="{6F258649-9798-450C-A10D-43A5B566E90B}" type="sibTrans" cxnId="{44B6E82C-D856-47A6-8C7D-7BBB1701EDB0}">
      <dgm:prSet/>
      <dgm:spPr/>
      <dgm:t>
        <a:bodyPr/>
        <a:lstStyle/>
        <a:p>
          <a:endParaRPr lang="en-CA"/>
        </a:p>
      </dgm:t>
    </dgm:pt>
    <dgm:pt modelId="{FCE17B64-37E6-467B-9FCC-E6B361DFD288}">
      <dgm:prSet phldrT="[Text]"/>
      <dgm:spPr/>
      <dgm:t>
        <a:bodyPr/>
        <a:lstStyle/>
        <a:p>
          <a:r>
            <a:rPr lang="en-US" dirty="0"/>
            <a:t>Freedom Cannabis Inc. (active)</a:t>
          </a:r>
          <a:endParaRPr lang="en-CA" dirty="0"/>
        </a:p>
      </dgm:t>
    </dgm:pt>
    <dgm:pt modelId="{C3E39577-46E3-43B5-A2C5-5CE82AB7EECA}" type="parTrans" cxnId="{49A4CEAE-BF39-43F6-924F-DF190F9E19F7}">
      <dgm:prSet/>
      <dgm:spPr/>
      <dgm:t>
        <a:bodyPr/>
        <a:lstStyle/>
        <a:p>
          <a:endParaRPr lang="en-CA"/>
        </a:p>
      </dgm:t>
    </dgm:pt>
    <dgm:pt modelId="{88DFC1F3-FE00-4951-B8F4-2E921C9AA061}" type="sibTrans" cxnId="{49A4CEAE-BF39-43F6-924F-DF190F9E19F7}">
      <dgm:prSet/>
      <dgm:spPr/>
      <dgm:t>
        <a:bodyPr/>
        <a:lstStyle/>
        <a:p>
          <a:endParaRPr lang="en-CA"/>
        </a:p>
      </dgm:t>
    </dgm:pt>
    <dgm:pt modelId="{5EC286D5-17F5-439A-8BB5-EA2C3CBF67B5}">
      <dgm:prSet phldrT="[Text]"/>
      <dgm:spPr/>
      <dgm:t>
        <a:bodyPr/>
        <a:lstStyle/>
        <a:p>
          <a:r>
            <a:rPr lang="en-CA"/>
            <a:t>Cashco Consumer </a:t>
          </a:r>
          <a:r>
            <a:rPr lang="en-CA" err="1"/>
            <a:t>TermLoans</a:t>
          </a:r>
          <a:r>
            <a:rPr lang="en-CA"/>
            <a:t> Inc. (inactive)</a:t>
          </a:r>
        </a:p>
      </dgm:t>
    </dgm:pt>
    <dgm:pt modelId="{3E97F6D6-DAE7-4D97-8706-019CE13B380D}" type="parTrans" cxnId="{D6DB4137-A2FB-4C76-899B-229630285377}">
      <dgm:prSet/>
      <dgm:spPr/>
      <dgm:t>
        <a:bodyPr/>
        <a:lstStyle/>
        <a:p>
          <a:endParaRPr lang="en-CA"/>
        </a:p>
      </dgm:t>
    </dgm:pt>
    <dgm:pt modelId="{493AB5E5-DC0F-45FD-8CFD-83883D0D89CF}" type="sibTrans" cxnId="{D6DB4137-A2FB-4C76-899B-229630285377}">
      <dgm:prSet/>
      <dgm:spPr/>
      <dgm:t>
        <a:bodyPr/>
        <a:lstStyle/>
        <a:p>
          <a:endParaRPr lang="en-CA"/>
        </a:p>
      </dgm:t>
    </dgm:pt>
    <dgm:pt modelId="{6C0BE91A-5E76-4F38-890E-A9642487B5F1}">
      <dgm:prSet phldrT="[Text]"/>
      <dgm:spPr/>
      <dgm:t>
        <a:bodyPr/>
        <a:lstStyle/>
        <a:p>
          <a:r>
            <a:rPr lang="en-US"/>
            <a:t>Settlement Lenders of Canada (</a:t>
          </a:r>
          <a:r>
            <a:rPr lang="en-CA"/>
            <a:t>1090747 Alberta Inc.) (inactive)</a:t>
          </a:r>
        </a:p>
      </dgm:t>
    </dgm:pt>
    <dgm:pt modelId="{ADF3E8AD-F0AB-476E-8897-C83989B943EE}" type="parTrans" cxnId="{57462A92-3EFD-4CD0-81A1-26BEE4F9D9DA}">
      <dgm:prSet/>
      <dgm:spPr/>
      <dgm:t>
        <a:bodyPr/>
        <a:lstStyle/>
        <a:p>
          <a:endParaRPr lang="en-CA"/>
        </a:p>
      </dgm:t>
    </dgm:pt>
    <dgm:pt modelId="{8A9E3F55-B90B-4B24-BDFE-3EDD35CE9937}" type="sibTrans" cxnId="{57462A92-3EFD-4CD0-81A1-26BEE4F9D9DA}">
      <dgm:prSet/>
      <dgm:spPr/>
      <dgm:t>
        <a:bodyPr/>
        <a:lstStyle/>
        <a:p>
          <a:endParaRPr lang="en-CA"/>
        </a:p>
      </dgm:t>
    </dgm:pt>
    <dgm:pt modelId="{1410A4E7-7165-4F5D-99F1-E96BFBA9A6FF}">
      <dgm:prSet phldrT="[Text]"/>
      <dgm:spPr/>
      <dgm:t>
        <a:bodyPr/>
        <a:lstStyle/>
        <a:p>
          <a:r>
            <a:rPr lang="en-US" dirty="0"/>
            <a:t>Settlement Lenders Inc. (inactive)</a:t>
          </a:r>
          <a:endParaRPr lang="en-CA" dirty="0"/>
        </a:p>
      </dgm:t>
    </dgm:pt>
    <dgm:pt modelId="{6DEF0418-1474-485E-A7BC-DC4270EAD014}" type="parTrans" cxnId="{34E45A98-C316-4B77-BC9D-4E451D151503}">
      <dgm:prSet/>
      <dgm:spPr/>
      <dgm:t>
        <a:bodyPr/>
        <a:lstStyle/>
        <a:p>
          <a:endParaRPr lang="en-CA"/>
        </a:p>
      </dgm:t>
    </dgm:pt>
    <dgm:pt modelId="{F980B3C1-AC31-4E90-A454-75D9E502AA11}" type="sibTrans" cxnId="{34E45A98-C316-4B77-BC9D-4E451D151503}">
      <dgm:prSet/>
      <dgm:spPr/>
      <dgm:t>
        <a:bodyPr/>
        <a:lstStyle/>
        <a:p>
          <a:endParaRPr lang="en-CA"/>
        </a:p>
      </dgm:t>
    </dgm:pt>
    <dgm:pt modelId="{67C22120-B4CB-4ECC-8DE2-77617038A8CF}">
      <dgm:prSet phldrT="[Text]"/>
      <dgm:spPr/>
      <dgm:t>
        <a:bodyPr/>
        <a:lstStyle/>
        <a:p>
          <a:r>
            <a:rPr lang="en-CA"/>
            <a:t>2624476 Alberta Ltd. - Seba Property (</a:t>
          </a:r>
          <a:r>
            <a:rPr lang="en-CA" err="1"/>
            <a:t>HoldCo</a:t>
          </a:r>
          <a:r>
            <a:rPr lang="en-CA"/>
            <a:t>)</a:t>
          </a:r>
        </a:p>
      </dgm:t>
    </dgm:pt>
    <dgm:pt modelId="{ADCC0CF3-4613-4E2D-8AC0-B05BA1018AB4}" type="parTrans" cxnId="{F50E7A91-2E78-4B6D-997A-7F97BD5371ED}">
      <dgm:prSet/>
      <dgm:spPr/>
      <dgm:t>
        <a:bodyPr/>
        <a:lstStyle/>
        <a:p>
          <a:endParaRPr lang="en-CA"/>
        </a:p>
      </dgm:t>
    </dgm:pt>
    <dgm:pt modelId="{775B6124-FBC6-41F7-883F-A217E56372D3}" type="sibTrans" cxnId="{F50E7A91-2E78-4B6D-997A-7F97BD5371ED}">
      <dgm:prSet/>
      <dgm:spPr/>
      <dgm:t>
        <a:bodyPr/>
        <a:lstStyle/>
        <a:p>
          <a:endParaRPr lang="en-CA"/>
        </a:p>
      </dgm:t>
    </dgm:pt>
    <dgm:pt modelId="{11B2D781-F44B-48CC-80CD-E11646F3B3D1}">
      <dgm:prSet phldrT="[Text]"/>
      <dgm:spPr/>
      <dgm:t>
        <a:bodyPr/>
        <a:lstStyle/>
        <a:p>
          <a:r>
            <a:rPr lang="en-US" dirty="0"/>
            <a:t>Seba Hub Inc. / Kokanee / Village Vows</a:t>
          </a:r>
          <a:endParaRPr lang="en-CA" dirty="0"/>
        </a:p>
      </dgm:t>
    </dgm:pt>
    <dgm:pt modelId="{CDD7221D-D993-45DD-9E5C-EDF8A74A9338}" type="parTrans" cxnId="{1E646462-5DA5-49A5-9FCF-F802F1EC2824}">
      <dgm:prSet/>
      <dgm:spPr/>
      <dgm:t>
        <a:bodyPr/>
        <a:lstStyle/>
        <a:p>
          <a:endParaRPr lang="en-CA"/>
        </a:p>
      </dgm:t>
    </dgm:pt>
    <dgm:pt modelId="{F963E271-942B-440C-8F24-4D1041557C6C}" type="sibTrans" cxnId="{1E646462-5DA5-49A5-9FCF-F802F1EC2824}">
      <dgm:prSet/>
      <dgm:spPr/>
      <dgm:t>
        <a:bodyPr/>
        <a:lstStyle/>
        <a:p>
          <a:endParaRPr lang="en-CA"/>
        </a:p>
      </dgm:t>
    </dgm:pt>
    <dgm:pt modelId="{032FC96D-2F24-42E0-AFE8-8C6BF8809E7F}">
      <dgm:prSet phldrT="[Text]"/>
      <dgm:spPr/>
      <dgm:t>
        <a:bodyPr/>
        <a:lstStyle/>
        <a:p>
          <a:r>
            <a:rPr lang="en-US" dirty="0" err="1"/>
            <a:t>Viridis</a:t>
          </a:r>
          <a:r>
            <a:rPr lang="en-US" dirty="0"/>
            <a:t> Cannabis (active)</a:t>
          </a:r>
          <a:endParaRPr lang="en-CA" dirty="0"/>
        </a:p>
      </dgm:t>
    </dgm:pt>
    <dgm:pt modelId="{3A86D18B-45FD-4D84-9D56-A517F966FBEF}" type="parTrans" cxnId="{F0B4252A-B7B2-4C6C-9FCB-6C745F522337}">
      <dgm:prSet/>
      <dgm:spPr/>
      <dgm:t>
        <a:bodyPr/>
        <a:lstStyle/>
        <a:p>
          <a:endParaRPr lang="en-CA"/>
        </a:p>
      </dgm:t>
    </dgm:pt>
    <dgm:pt modelId="{85140E37-FECB-4D0C-B9C7-D994FF85E108}" type="sibTrans" cxnId="{F0B4252A-B7B2-4C6C-9FCB-6C745F522337}">
      <dgm:prSet/>
      <dgm:spPr/>
      <dgm:t>
        <a:bodyPr/>
        <a:lstStyle/>
        <a:p>
          <a:endParaRPr lang="en-CA"/>
        </a:p>
      </dgm:t>
    </dgm:pt>
    <dgm:pt modelId="{063F3739-BC0A-435A-9EB6-8A21997EDA1B}">
      <dgm:prSet phldrT="[Text]"/>
      <dgm:spPr/>
      <dgm:t>
        <a:bodyPr/>
        <a:lstStyle/>
        <a:p>
          <a:r>
            <a:rPr lang="en-CA" dirty="0"/>
            <a:t>2627411</a:t>
          </a:r>
          <a:r>
            <a:rPr lang="en-US" dirty="0"/>
            <a:t> Alberta Ltd (</a:t>
          </a:r>
          <a:r>
            <a:rPr lang="en-US" dirty="0" err="1"/>
            <a:t>Bzam</a:t>
          </a:r>
          <a:r>
            <a:rPr lang="en-US" dirty="0"/>
            <a:t> Building Hold Co)</a:t>
          </a:r>
          <a:endParaRPr lang="en-CA" dirty="0"/>
        </a:p>
      </dgm:t>
    </dgm:pt>
    <dgm:pt modelId="{E0935A21-294A-467A-8CAD-5EE6DFF06C6B}" type="parTrans" cxnId="{9C7DBFCB-7C9A-4306-AE8C-53C661BD7C54}">
      <dgm:prSet/>
      <dgm:spPr/>
      <dgm:t>
        <a:bodyPr/>
        <a:lstStyle/>
        <a:p>
          <a:endParaRPr lang="en-CA"/>
        </a:p>
      </dgm:t>
    </dgm:pt>
    <dgm:pt modelId="{E530E610-573D-4C37-A135-C7177A0A8C56}" type="sibTrans" cxnId="{9C7DBFCB-7C9A-4306-AE8C-53C661BD7C54}">
      <dgm:prSet/>
      <dgm:spPr/>
      <dgm:t>
        <a:bodyPr/>
        <a:lstStyle/>
        <a:p>
          <a:endParaRPr lang="en-CA"/>
        </a:p>
      </dgm:t>
    </dgm:pt>
    <dgm:pt modelId="{209B33BB-DBE1-4E2D-9CB3-58DA2149B93B}">
      <dgm:prSet phldrT="[Text]"/>
      <dgm:spPr/>
      <dgm:t>
        <a:bodyPr/>
        <a:lstStyle/>
        <a:p>
          <a:pPr>
            <a:buNone/>
          </a:pPr>
          <a:r>
            <a:rPr lang="en-CA" b="1" i="0" dirty="0"/>
            <a:t>2644323 Alberta Ltd. (Cannabis </a:t>
          </a:r>
          <a:r>
            <a:rPr lang="en-CA" b="1" i="0" dirty="0" err="1"/>
            <a:t>HoldCo</a:t>
          </a:r>
          <a:r>
            <a:rPr lang="en-CA" b="1" i="0" dirty="0"/>
            <a:t> under JL)</a:t>
          </a:r>
          <a:endParaRPr lang="en-CA" dirty="0"/>
        </a:p>
      </dgm:t>
    </dgm:pt>
    <dgm:pt modelId="{5583B974-F762-4C5E-9684-6058EC3EA1D3}" type="parTrans" cxnId="{C3C0BBEA-8F5F-4989-B733-1AFAC5FE8995}">
      <dgm:prSet/>
      <dgm:spPr/>
      <dgm:t>
        <a:bodyPr/>
        <a:lstStyle/>
        <a:p>
          <a:endParaRPr lang="en-CA"/>
        </a:p>
      </dgm:t>
    </dgm:pt>
    <dgm:pt modelId="{4B0FB59C-3B19-485A-9663-16A0694A6B4A}" type="sibTrans" cxnId="{C3C0BBEA-8F5F-4989-B733-1AFAC5FE8995}">
      <dgm:prSet/>
      <dgm:spPr/>
      <dgm:t>
        <a:bodyPr/>
        <a:lstStyle/>
        <a:p>
          <a:endParaRPr lang="en-CA"/>
        </a:p>
      </dgm:t>
    </dgm:pt>
    <dgm:pt modelId="{9F99E71A-1EDC-4AF1-9C30-83CEF903D526}">
      <dgm:prSet phldrT="[Text]"/>
      <dgm:spPr/>
      <dgm:t>
        <a:bodyPr/>
        <a:lstStyle/>
        <a:p>
          <a:pPr>
            <a:buNone/>
          </a:pPr>
          <a:r>
            <a:rPr lang="en-CA" dirty="0"/>
            <a:t>10s and 20s Cannabis Inc. (Retail)</a:t>
          </a:r>
        </a:p>
      </dgm:t>
    </dgm:pt>
    <dgm:pt modelId="{BEE12C18-E9C5-4AE7-B103-78CCA923C11A}" type="parTrans" cxnId="{1438CC90-70E6-41E6-B6FD-D06479F1F039}">
      <dgm:prSet/>
      <dgm:spPr/>
      <dgm:t>
        <a:bodyPr/>
        <a:lstStyle/>
        <a:p>
          <a:endParaRPr lang="en-CA"/>
        </a:p>
      </dgm:t>
    </dgm:pt>
    <dgm:pt modelId="{44CC663E-EB26-4E70-A28A-6BE59964E9F2}" type="sibTrans" cxnId="{1438CC90-70E6-41E6-B6FD-D06479F1F039}">
      <dgm:prSet/>
      <dgm:spPr/>
      <dgm:t>
        <a:bodyPr/>
        <a:lstStyle/>
        <a:p>
          <a:endParaRPr lang="en-CA"/>
        </a:p>
      </dgm:t>
    </dgm:pt>
    <dgm:pt modelId="{50073632-72CA-4676-8E03-649FB4979043}">
      <dgm:prSet phldrT="[Text]"/>
      <dgm:spPr/>
      <dgm:t>
        <a:bodyPr/>
        <a:lstStyle/>
        <a:p>
          <a:r>
            <a:rPr lang="en-US"/>
            <a:t>Cashco Group of Companies Inc.</a:t>
          </a:r>
          <a:endParaRPr lang="en-CA" dirty="0"/>
        </a:p>
      </dgm:t>
    </dgm:pt>
    <dgm:pt modelId="{955EE0AF-02E3-4E8C-859F-C1C15A021E0D}" type="parTrans" cxnId="{4E9408A0-EF80-4F9F-B42E-7E7E6BF8FA83}">
      <dgm:prSet/>
      <dgm:spPr/>
      <dgm:t>
        <a:bodyPr/>
        <a:lstStyle/>
        <a:p>
          <a:endParaRPr lang="en-CA"/>
        </a:p>
      </dgm:t>
    </dgm:pt>
    <dgm:pt modelId="{781D9A89-B677-416F-BDE2-1F31745C229A}" type="sibTrans" cxnId="{4E9408A0-EF80-4F9F-B42E-7E7E6BF8FA83}">
      <dgm:prSet/>
      <dgm:spPr/>
      <dgm:t>
        <a:bodyPr/>
        <a:lstStyle/>
        <a:p>
          <a:endParaRPr lang="en-CA"/>
        </a:p>
      </dgm:t>
    </dgm:pt>
    <dgm:pt modelId="{5CEF5E34-2170-47E3-BF96-739D5397D67D}">
      <dgm:prSet phldrT="[Text]"/>
      <dgm:spPr/>
      <dgm:t>
        <a:bodyPr/>
        <a:lstStyle/>
        <a:p>
          <a:r>
            <a:rPr lang="en-CA" dirty="0"/>
            <a:t>Herb 'n' Hetty Inc. (not active, 75% BAAFFG 25% Jesse)</a:t>
          </a:r>
        </a:p>
      </dgm:t>
    </dgm:pt>
    <dgm:pt modelId="{BF9D1A21-D597-4823-AE5B-CB338D9EDE89}" type="parTrans" cxnId="{B58D73CC-073F-4A66-AFF6-912321FF51D0}">
      <dgm:prSet/>
      <dgm:spPr/>
      <dgm:t>
        <a:bodyPr/>
        <a:lstStyle/>
        <a:p>
          <a:endParaRPr lang="en-CA"/>
        </a:p>
      </dgm:t>
    </dgm:pt>
    <dgm:pt modelId="{6F7872AA-3958-4BA8-918D-C118B606869C}" type="sibTrans" cxnId="{B58D73CC-073F-4A66-AFF6-912321FF51D0}">
      <dgm:prSet/>
      <dgm:spPr/>
      <dgm:t>
        <a:bodyPr/>
        <a:lstStyle/>
        <a:p>
          <a:endParaRPr lang="en-CA"/>
        </a:p>
      </dgm:t>
    </dgm:pt>
    <dgm:pt modelId="{5B5C7918-6B1B-47FF-BE5E-04EB1A833BDC}">
      <dgm:prSet phldrT="[Text]"/>
      <dgm:spPr/>
      <dgm:t>
        <a:bodyPr/>
        <a:lstStyle/>
        <a:p>
          <a:pPr>
            <a:buNone/>
          </a:pPr>
          <a:r>
            <a:rPr lang="en-CA" b="1" i="0" dirty="0"/>
            <a:t>2745660 ALBERTA LTD. (not in use yet – New)</a:t>
          </a:r>
          <a:endParaRPr lang="en-CA" dirty="0"/>
        </a:p>
      </dgm:t>
    </dgm:pt>
    <dgm:pt modelId="{6D159DA1-9EB5-48DC-BC7D-D687D71CB9A8}" type="parTrans" cxnId="{284F21B4-B942-4D64-A443-F5D3514F000F}">
      <dgm:prSet/>
      <dgm:spPr/>
      <dgm:t>
        <a:bodyPr/>
        <a:lstStyle/>
        <a:p>
          <a:endParaRPr lang="en-CA"/>
        </a:p>
      </dgm:t>
    </dgm:pt>
    <dgm:pt modelId="{E1DEADDC-AEF3-4EFB-80BA-E17C3623163F}" type="sibTrans" cxnId="{284F21B4-B942-4D64-A443-F5D3514F000F}">
      <dgm:prSet/>
      <dgm:spPr/>
      <dgm:t>
        <a:bodyPr/>
        <a:lstStyle/>
        <a:p>
          <a:endParaRPr lang="en-CA"/>
        </a:p>
      </dgm:t>
    </dgm:pt>
    <dgm:pt modelId="{E9CE60D0-9BBE-472D-8B8A-02C9BEF15C08}">
      <dgm:prSet phldrT="[Text]"/>
      <dgm:spPr/>
      <dgm:t>
        <a:bodyPr/>
        <a:lstStyle/>
        <a:p>
          <a:r>
            <a:rPr lang="en-CA" dirty="0"/>
            <a:t>2624476 Alberta Ltd.  Seba Property incl Kokanee</a:t>
          </a:r>
        </a:p>
      </dgm:t>
    </dgm:pt>
    <dgm:pt modelId="{70FE7649-38D1-4E19-AFA2-BE82266EB7E1}" type="parTrans" cxnId="{FBCECC27-6F74-460A-AA56-0160C14A13BA}">
      <dgm:prSet/>
      <dgm:spPr/>
      <dgm:t>
        <a:bodyPr/>
        <a:lstStyle/>
        <a:p>
          <a:endParaRPr lang="en-CA"/>
        </a:p>
      </dgm:t>
    </dgm:pt>
    <dgm:pt modelId="{7C975208-FDAC-4A64-824A-F020FA07E7D7}" type="sibTrans" cxnId="{FBCECC27-6F74-460A-AA56-0160C14A13BA}">
      <dgm:prSet/>
      <dgm:spPr/>
      <dgm:t>
        <a:bodyPr/>
        <a:lstStyle/>
        <a:p>
          <a:endParaRPr lang="en-CA"/>
        </a:p>
      </dgm:t>
    </dgm:pt>
    <dgm:pt modelId="{2C958B63-1C45-4F16-BBB0-8FE9CCCE8A9B}">
      <dgm:prSet phldrT="[Text]"/>
      <dgm:spPr/>
      <dgm:t>
        <a:bodyPr/>
        <a:lstStyle/>
        <a:p>
          <a:r>
            <a:rPr lang="en-CA"/>
            <a:t>CTS</a:t>
          </a:r>
          <a:endParaRPr lang="en-CA" dirty="0"/>
        </a:p>
      </dgm:t>
    </dgm:pt>
    <dgm:pt modelId="{D9F6A6BF-9556-4BB7-9F4B-144C021BC9F5}" type="parTrans" cxnId="{C6B3C44F-DE8B-46EA-9AF6-F070021207EF}">
      <dgm:prSet/>
      <dgm:spPr/>
      <dgm:t>
        <a:bodyPr/>
        <a:lstStyle/>
        <a:p>
          <a:endParaRPr lang="en-CA"/>
        </a:p>
      </dgm:t>
    </dgm:pt>
    <dgm:pt modelId="{3849C5AE-FBF2-40C9-9EA5-4DAA4D6E4BD9}" type="sibTrans" cxnId="{C6B3C44F-DE8B-46EA-9AF6-F070021207EF}">
      <dgm:prSet/>
      <dgm:spPr/>
      <dgm:t>
        <a:bodyPr/>
        <a:lstStyle/>
        <a:p>
          <a:endParaRPr lang="en-CA"/>
        </a:p>
      </dgm:t>
    </dgm:pt>
    <dgm:pt modelId="{BB315AD5-2FB1-42FB-BA22-FA54B6B2CFB3}">
      <dgm:prSet phldrT="[Text]"/>
      <dgm:spPr/>
      <dgm:t>
        <a:bodyPr/>
        <a:lstStyle/>
        <a:p>
          <a:r>
            <a:rPr lang="en-US"/>
            <a:t>2626664 Alberta Ltd. (Cannabis Hold Co)</a:t>
          </a:r>
          <a:endParaRPr lang="en-CA" dirty="0"/>
        </a:p>
      </dgm:t>
    </dgm:pt>
    <dgm:pt modelId="{424BD3B6-A8A9-4CBB-A060-0C496EC85D05}" type="parTrans" cxnId="{B3592C95-C1C7-4F05-81DC-F7F36E6A224B}">
      <dgm:prSet/>
      <dgm:spPr/>
      <dgm:t>
        <a:bodyPr/>
        <a:lstStyle/>
        <a:p>
          <a:endParaRPr lang="en-CA"/>
        </a:p>
      </dgm:t>
    </dgm:pt>
    <dgm:pt modelId="{85F91A39-7BF8-4899-9A08-1C85F7737CD4}" type="sibTrans" cxnId="{B3592C95-C1C7-4F05-81DC-F7F36E6A224B}">
      <dgm:prSet/>
      <dgm:spPr/>
      <dgm:t>
        <a:bodyPr/>
        <a:lstStyle/>
        <a:p>
          <a:endParaRPr lang="en-CA"/>
        </a:p>
      </dgm:t>
    </dgm:pt>
    <dgm:pt modelId="{68AAF24E-BC9F-4707-B7D5-AC05F97EA87F}">
      <dgm:prSet phldrT="[Text]"/>
      <dgm:spPr/>
      <dgm:t>
        <a:bodyPr/>
        <a:lstStyle/>
        <a:p>
          <a:r>
            <a:rPr lang="en-CA"/>
            <a:t>HoldCo for PoW</a:t>
          </a:r>
          <a:endParaRPr lang="en-CA" dirty="0"/>
        </a:p>
      </dgm:t>
    </dgm:pt>
    <dgm:pt modelId="{FB760D39-D403-4BF0-A67C-27A826707B83}" type="parTrans" cxnId="{56C626EF-6121-4C7B-AA7E-8D500A43F9E3}">
      <dgm:prSet/>
      <dgm:spPr/>
      <dgm:t>
        <a:bodyPr/>
        <a:lstStyle/>
        <a:p>
          <a:endParaRPr lang="en-CA"/>
        </a:p>
      </dgm:t>
    </dgm:pt>
    <dgm:pt modelId="{763F44DE-7DF9-4F0D-AE78-42602F4E83F9}" type="sibTrans" cxnId="{56C626EF-6121-4C7B-AA7E-8D500A43F9E3}">
      <dgm:prSet/>
      <dgm:spPr/>
      <dgm:t>
        <a:bodyPr/>
        <a:lstStyle/>
        <a:p>
          <a:endParaRPr lang="en-CA"/>
        </a:p>
      </dgm:t>
    </dgm:pt>
    <dgm:pt modelId="{EA3D2DAB-CFE7-40E1-8C51-984E5A9C50D6}" type="pres">
      <dgm:prSet presAssocID="{39752861-81EB-44A6-A4F4-1B993E0D2F6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47C0910-9F53-4B4A-8479-5895A78F16B8}" type="pres">
      <dgm:prSet presAssocID="{5E380AF1-471F-4A4F-97D4-A85BF668663B}" presName="hierRoot1" presStyleCnt="0">
        <dgm:presLayoutVars>
          <dgm:hierBranch val="init"/>
        </dgm:presLayoutVars>
      </dgm:prSet>
      <dgm:spPr/>
    </dgm:pt>
    <dgm:pt modelId="{23CDAD3D-785E-403A-9300-0D57207F0340}" type="pres">
      <dgm:prSet presAssocID="{5E380AF1-471F-4A4F-97D4-A85BF668663B}" presName="rootComposite1" presStyleCnt="0"/>
      <dgm:spPr/>
    </dgm:pt>
    <dgm:pt modelId="{F7383D4D-8BE0-48BA-B8FA-5AC5DBA3A479}" type="pres">
      <dgm:prSet presAssocID="{5E380AF1-471F-4A4F-97D4-A85BF668663B}" presName="rootText1" presStyleLbl="node0" presStyleIdx="0" presStyleCnt="2">
        <dgm:presLayoutVars>
          <dgm:chPref val="3"/>
        </dgm:presLayoutVars>
      </dgm:prSet>
      <dgm:spPr/>
    </dgm:pt>
    <dgm:pt modelId="{DC1BFDD9-ADF0-4180-A750-41FAC77B4838}" type="pres">
      <dgm:prSet presAssocID="{5E380AF1-471F-4A4F-97D4-A85BF668663B}" presName="rootConnector1" presStyleLbl="node1" presStyleIdx="0" presStyleCnt="0"/>
      <dgm:spPr/>
    </dgm:pt>
    <dgm:pt modelId="{C943A061-70CB-471B-8FF8-F4048383C1A4}" type="pres">
      <dgm:prSet presAssocID="{5E380AF1-471F-4A4F-97D4-A85BF668663B}" presName="hierChild2" presStyleCnt="0"/>
      <dgm:spPr/>
    </dgm:pt>
    <dgm:pt modelId="{9BAEDDEE-FE9A-4AA8-835C-BB52B89C0CAC}" type="pres">
      <dgm:prSet presAssocID="{5E380AF1-471F-4A4F-97D4-A85BF668663B}" presName="hierChild3" presStyleCnt="0"/>
      <dgm:spPr/>
    </dgm:pt>
    <dgm:pt modelId="{90C30FBC-51BB-42A4-B421-57D18FB548D4}" type="pres">
      <dgm:prSet presAssocID="{7573C175-CFD1-4FB0-9F26-6D0B4DC84DE9}" presName="hierRoot1" presStyleCnt="0">
        <dgm:presLayoutVars>
          <dgm:hierBranch val="init"/>
        </dgm:presLayoutVars>
      </dgm:prSet>
      <dgm:spPr/>
    </dgm:pt>
    <dgm:pt modelId="{A10E3F49-1BDD-4BC7-A423-EE1F13985B2F}" type="pres">
      <dgm:prSet presAssocID="{7573C175-CFD1-4FB0-9F26-6D0B4DC84DE9}" presName="rootComposite1" presStyleCnt="0"/>
      <dgm:spPr/>
    </dgm:pt>
    <dgm:pt modelId="{EA85FA64-255A-443B-87AF-3B5AC415F1BF}" type="pres">
      <dgm:prSet presAssocID="{7573C175-CFD1-4FB0-9F26-6D0B4DC84DE9}" presName="rootText1" presStyleLbl="node0" presStyleIdx="1" presStyleCnt="2">
        <dgm:presLayoutVars>
          <dgm:chPref val="3"/>
        </dgm:presLayoutVars>
      </dgm:prSet>
      <dgm:spPr/>
    </dgm:pt>
    <dgm:pt modelId="{07FE80DB-239C-4530-838E-336BD0CA93C7}" type="pres">
      <dgm:prSet presAssocID="{7573C175-CFD1-4FB0-9F26-6D0B4DC84DE9}" presName="rootConnector1" presStyleLbl="node1" presStyleIdx="0" presStyleCnt="0"/>
      <dgm:spPr/>
    </dgm:pt>
    <dgm:pt modelId="{9CA5C814-2B14-4B6A-8CD3-CA3A7B7B7304}" type="pres">
      <dgm:prSet presAssocID="{7573C175-CFD1-4FB0-9F26-6D0B4DC84DE9}" presName="hierChild2" presStyleCnt="0"/>
      <dgm:spPr/>
    </dgm:pt>
    <dgm:pt modelId="{4C8500BC-314A-4681-8B8D-070ABB5ADD4A}" type="pres">
      <dgm:prSet presAssocID="{538842AA-A761-495E-8550-C9A40A97E47D}" presName="Name37" presStyleLbl="parChTrans1D2" presStyleIdx="0" presStyleCnt="3"/>
      <dgm:spPr/>
    </dgm:pt>
    <dgm:pt modelId="{2683A008-49EB-4DD2-B457-1173B3B7E35E}" type="pres">
      <dgm:prSet presAssocID="{3D5D56A9-A79F-4790-9014-2529D940A18D}" presName="hierRoot2" presStyleCnt="0">
        <dgm:presLayoutVars>
          <dgm:hierBranch val="init"/>
        </dgm:presLayoutVars>
      </dgm:prSet>
      <dgm:spPr/>
    </dgm:pt>
    <dgm:pt modelId="{3B986D35-A2E0-4043-AC87-60F111B0B139}" type="pres">
      <dgm:prSet presAssocID="{3D5D56A9-A79F-4790-9014-2529D940A18D}" presName="rootComposite" presStyleCnt="0"/>
      <dgm:spPr/>
    </dgm:pt>
    <dgm:pt modelId="{48003A9B-3946-417C-AE35-80F358969815}" type="pres">
      <dgm:prSet presAssocID="{3D5D56A9-A79F-4790-9014-2529D940A18D}" presName="rootText" presStyleLbl="node2" presStyleIdx="0" presStyleCnt="3">
        <dgm:presLayoutVars>
          <dgm:chPref val="3"/>
        </dgm:presLayoutVars>
      </dgm:prSet>
      <dgm:spPr/>
    </dgm:pt>
    <dgm:pt modelId="{FA502FE5-6601-455C-A28C-042888A25725}" type="pres">
      <dgm:prSet presAssocID="{3D5D56A9-A79F-4790-9014-2529D940A18D}" presName="rootConnector" presStyleLbl="node2" presStyleIdx="0" presStyleCnt="3"/>
      <dgm:spPr/>
    </dgm:pt>
    <dgm:pt modelId="{250BD4DA-ABDC-4735-9009-83551061FD45}" type="pres">
      <dgm:prSet presAssocID="{3D5D56A9-A79F-4790-9014-2529D940A18D}" presName="hierChild4" presStyleCnt="0"/>
      <dgm:spPr/>
    </dgm:pt>
    <dgm:pt modelId="{F940DCFB-B924-44CB-AF44-E2D78E400105}" type="pres">
      <dgm:prSet presAssocID="{70FE7649-38D1-4E19-AFA2-BE82266EB7E1}" presName="Name37" presStyleLbl="parChTrans1D3" presStyleIdx="0" presStyleCnt="15"/>
      <dgm:spPr/>
    </dgm:pt>
    <dgm:pt modelId="{48AFD384-B2F3-44EC-A051-E5D74AFC3CBD}" type="pres">
      <dgm:prSet presAssocID="{E9CE60D0-9BBE-472D-8B8A-02C9BEF15C08}" presName="hierRoot2" presStyleCnt="0">
        <dgm:presLayoutVars>
          <dgm:hierBranch val="init"/>
        </dgm:presLayoutVars>
      </dgm:prSet>
      <dgm:spPr/>
    </dgm:pt>
    <dgm:pt modelId="{25021A4F-3655-44E1-B16A-AD9650A2B0EB}" type="pres">
      <dgm:prSet presAssocID="{E9CE60D0-9BBE-472D-8B8A-02C9BEF15C08}" presName="rootComposite" presStyleCnt="0"/>
      <dgm:spPr/>
    </dgm:pt>
    <dgm:pt modelId="{C2B146AD-BA6D-4208-B43E-E13A9745AA96}" type="pres">
      <dgm:prSet presAssocID="{E9CE60D0-9BBE-472D-8B8A-02C9BEF15C08}" presName="rootText" presStyleLbl="node3" presStyleIdx="0" presStyleCnt="15">
        <dgm:presLayoutVars>
          <dgm:chPref val="3"/>
        </dgm:presLayoutVars>
      </dgm:prSet>
      <dgm:spPr/>
    </dgm:pt>
    <dgm:pt modelId="{B49693C9-FB67-49ED-90C8-0BEBB0BBA967}" type="pres">
      <dgm:prSet presAssocID="{E9CE60D0-9BBE-472D-8B8A-02C9BEF15C08}" presName="rootConnector" presStyleLbl="node3" presStyleIdx="0" presStyleCnt="15"/>
      <dgm:spPr/>
    </dgm:pt>
    <dgm:pt modelId="{D7A06027-DDE9-4894-B774-33C4B967B4B4}" type="pres">
      <dgm:prSet presAssocID="{E9CE60D0-9BBE-472D-8B8A-02C9BEF15C08}" presName="hierChild4" presStyleCnt="0"/>
      <dgm:spPr/>
    </dgm:pt>
    <dgm:pt modelId="{FA1BBD2B-0B5A-4576-A91E-EEFD07CCC44B}" type="pres">
      <dgm:prSet presAssocID="{E9CE60D0-9BBE-472D-8B8A-02C9BEF15C08}" presName="hierChild5" presStyleCnt="0"/>
      <dgm:spPr/>
    </dgm:pt>
    <dgm:pt modelId="{E311C20C-BE9C-4C71-B4EB-B39E72FC09DE}" type="pres">
      <dgm:prSet presAssocID="{0E56A048-8B6D-4791-AAA6-F430CE45795D}" presName="Name37" presStyleLbl="parChTrans1D3" presStyleIdx="1" presStyleCnt="15"/>
      <dgm:spPr/>
    </dgm:pt>
    <dgm:pt modelId="{DAAC9717-DCD6-4254-9102-A39BECE86111}" type="pres">
      <dgm:prSet presAssocID="{9140D928-DD2F-49A2-848D-84BE1F2E9E7B}" presName="hierRoot2" presStyleCnt="0">
        <dgm:presLayoutVars>
          <dgm:hierBranch val="init"/>
        </dgm:presLayoutVars>
      </dgm:prSet>
      <dgm:spPr/>
    </dgm:pt>
    <dgm:pt modelId="{873B23EF-602F-4065-9B66-EC316EB953A5}" type="pres">
      <dgm:prSet presAssocID="{9140D928-DD2F-49A2-848D-84BE1F2E9E7B}" presName="rootComposite" presStyleCnt="0"/>
      <dgm:spPr/>
    </dgm:pt>
    <dgm:pt modelId="{7CD09121-D978-49CB-B275-7BB3BEFC0D2F}" type="pres">
      <dgm:prSet presAssocID="{9140D928-DD2F-49A2-848D-84BE1F2E9E7B}" presName="rootText" presStyleLbl="node3" presStyleIdx="1" presStyleCnt="15">
        <dgm:presLayoutVars>
          <dgm:chPref val="3"/>
        </dgm:presLayoutVars>
      </dgm:prSet>
      <dgm:spPr/>
    </dgm:pt>
    <dgm:pt modelId="{C5977D11-6FBA-4F15-AD12-B65802A8C68C}" type="pres">
      <dgm:prSet presAssocID="{9140D928-DD2F-49A2-848D-84BE1F2E9E7B}" presName="rootConnector" presStyleLbl="node3" presStyleIdx="1" presStyleCnt="15"/>
      <dgm:spPr/>
    </dgm:pt>
    <dgm:pt modelId="{422FB9A5-BEB8-4E36-AD51-EC7A7A972C54}" type="pres">
      <dgm:prSet presAssocID="{9140D928-DD2F-49A2-848D-84BE1F2E9E7B}" presName="hierChild4" presStyleCnt="0"/>
      <dgm:spPr/>
    </dgm:pt>
    <dgm:pt modelId="{81EEDAF5-6C0E-4B4C-9B93-796B5B32144F}" type="pres">
      <dgm:prSet presAssocID="{5583B974-F762-4C5E-9684-6058EC3EA1D3}" presName="Name37" presStyleLbl="parChTrans1D4" presStyleIdx="0" presStyleCnt="11"/>
      <dgm:spPr/>
    </dgm:pt>
    <dgm:pt modelId="{7880CD0E-02D8-45D3-AE98-64DBE65216B8}" type="pres">
      <dgm:prSet presAssocID="{209B33BB-DBE1-4E2D-9CB3-58DA2149B93B}" presName="hierRoot2" presStyleCnt="0">
        <dgm:presLayoutVars>
          <dgm:hierBranch val="init"/>
        </dgm:presLayoutVars>
      </dgm:prSet>
      <dgm:spPr/>
    </dgm:pt>
    <dgm:pt modelId="{FFA311C4-4E38-46DC-8BA4-E9A58F6F3734}" type="pres">
      <dgm:prSet presAssocID="{209B33BB-DBE1-4E2D-9CB3-58DA2149B93B}" presName="rootComposite" presStyleCnt="0"/>
      <dgm:spPr/>
    </dgm:pt>
    <dgm:pt modelId="{44A35D14-7D11-4522-A5F0-489014CF1039}" type="pres">
      <dgm:prSet presAssocID="{209B33BB-DBE1-4E2D-9CB3-58DA2149B93B}" presName="rootText" presStyleLbl="node4" presStyleIdx="0" presStyleCnt="11">
        <dgm:presLayoutVars>
          <dgm:chPref val="3"/>
        </dgm:presLayoutVars>
      </dgm:prSet>
      <dgm:spPr/>
    </dgm:pt>
    <dgm:pt modelId="{2386BD9A-D02F-4A8F-8A5B-46469267662A}" type="pres">
      <dgm:prSet presAssocID="{209B33BB-DBE1-4E2D-9CB3-58DA2149B93B}" presName="rootConnector" presStyleLbl="node4" presStyleIdx="0" presStyleCnt="11"/>
      <dgm:spPr/>
    </dgm:pt>
    <dgm:pt modelId="{2087CB37-7767-4B64-A27C-3CC8F2659668}" type="pres">
      <dgm:prSet presAssocID="{209B33BB-DBE1-4E2D-9CB3-58DA2149B93B}" presName="hierChild4" presStyleCnt="0"/>
      <dgm:spPr/>
    </dgm:pt>
    <dgm:pt modelId="{02C046B8-37A1-4843-ABE7-2AB1C9BDCD14}" type="pres">
      <dgm:prSet presAssocID="{BEE12C18-E9C5-4AE7-B103-78CCA923C11A}" presName="Name37" presStyleLbl="parChTrans1D4" presStyleIdx="1" presStyleCnt="11"/>
      <dgm:spPr/>
    </dgm:pt>
    <dgm:pt modelId="{D5BA9BF5-F733-4BD6-80B0-B66A9BF53583}" type="pres">
      <dgm:prSet presAssocID="{9F99E71A-1EDC-4AF1-9C30-83CEF903D526}" presName="hierRoot2" presStyleCnt="0">
        <dgm:presLayoutVars>
          <dgm:hierBranch val="init"/>
        </dgm:presLayoutVars>
      </dgm:prSet>
      <dgm:spPr/>
    </dgm:pt>
    <dgm:pt modelId="{E13FAEED-3DEA-4D4C-95A3-C7B2ED4326FB}" type="pres">
      <dgm:prSet presAssocID="{9F99E71A-1EDC-4AF1-9C30-83CEF903D526}" presName="rootComposite" presStyleCnt="0"/>
      <dgm:spPr/>
    </dgm:pt>
    <dgm:pt modelId="{A280205F-5BAF-4C59-AC07-C3CCE3FBEF53}" type="pres">
      <dgm:prSet presAssocID="{9F99E71A-1EDC-4AF1-9C30-83CEF903D526}" presName="rootText" presStyleLbl="node4" presStyleIdx="1" presStyleCnt="11">
        <dgm:presLayoutVars>
          <dgm:chPref val="3"/>
        </dgm:presLayoutVars>
      </dgm:prSet>
      <dgm:spPr/>
    </dgm:pt>
    <dgm:pt modelId="{2A644620-1056-4618-A3BA-1840AB4D7D0B}" type="pres">
      <dgm:prSet presAssocID="{9F99E71A-1EDC-4AF1-9C30-83CEF903D526}" presName="rootConnector" presStyleLbl="node4" presStyleIdx="1" presStyleCnt="11"/>
      <dgm:spPr/>
    </dgm:pt>
    <dgm:pt modelId="{27A879E5-990F-4FC1-892E-DE00C79B7526}" type="pres">
      <dgm:prSet presAssocID="{9F99E71A-1EDC-4AF1-9C30-83CEF903D526}" presName="hierChild4" presStyleCnt="0"/>
      <dgm:spPr/>
    </dgm:pt>
    <dgm:pt modelId="{3CF57180-0D33-4811-BD68-169339DEF1A3}" type="pres">
      <dgm:prSet presAssocID="{9F99E71A-1EDC-4AF1-9C30-83CEF903D526}" presName="hierChild5" presStyleCnt="0"/>
      <dgm:spPr/>
    </dgm:pt>
    <dgm:pt modelId="{042D0F43-0049-4095-8BAB-01FB15A98B77}" type="pres">
      <dgm:prSet presAssocID="{209B33BB-DBE1-4E2D-9CB3-58DA2149B93B}" presName="hierChild5" presStyleCnt="0"/>
      <dgm:spPr/>
    </dgm:pt>
    <dgm:pt modelId="{FEF5C3E8-29A7-416B-8221-F7B41ED8D240}" type="pres">
      <dgm:prSet presAssocID="{C3E39577-46E3-43B5-A2C5-5CE82AB7EECA}" presName="Name37" presStyleLbl="parChTrans1D4" presStyleIdx="2" presStyleCnt="11"/>
      <dgm:spPr/>
    </dgm:pt>
    <dgm:pt modelId="{13E581A7-29AA-4D20-BD35-AAE6D8CBCADB}" type="pres">
      <dgm:prSet presAssocID="{FCE17B64-37E6-467B-9FCC-E6B361DFD288}" presName="hierRoot2" presStyleCnt="0">
        <dgm:presLayoutVars>
          <dgm:hierBranch val="init"/>
        </dgm:presLayoutVars>
      </dgm:prSet>
      <dgm:spPr/>
    </dgm:pt>
    <dgm:pt modelId="{9E0C2769-2C04-44C4-9F6C-C1542855DD08}" type="pres">
      <dgm:prSet presAssocID="{FCE17B64-37E6-467B-9FCC-E6B361DFD288}" presName="rootComposite" presStyleCnt="0"/>
      <dgm:spPr/>
    </dgm:pt>
    <dgm:pt modelId="{75A7D419-7EF2-4577-8AE7-0910F7B1BAB9}" type="pres">
      <dgm:prSet presAssocID="{FCE17B64-37E6-467B-9FCC-E6B361DFD288}" presName="rootText" presStyleLbl="node4" presStyleIdx="2" presStyleCnt="11">
        <dgm:presLayoutVars>
          <dgm:chPref val="3"/>
        </dgm:presLayoutVars>
      </dgm:prSet>
      <dgm:spPr/>
    </dgm:pt>
    <dgm:pt modelId="{2C693DA3-4C5F-4AD2-930A-A578ED36D510}" type="pres">
      <dgm:prSet presAssocID="{FCE17B64-37E6-467B-9FCC-E6B361DFD288}" presName="rootConnector" presStyleLbl="node4" presStyleIdx="2" presStyleCnt="11"/>
      <dgm:spPr/>
    </dgm:pt>
    <dgm:pt modelId="{50062DEE-34D0-4572-AB12-34E034109A53}" type="pres">
      <dgm:prSet presAssocID="{FCE17B64-37E6-467B-9FCC-E6B361DFD288}" presName="hierChild4" presStyleCnt="0"/>
      <dgm:spPr/>
    </dgm:pt>
    <dgm:pt modelId="{D26B3969-E4AF-40DE-8799-FA4CDCD70119}" type="pres">
      <dgm:prSet presAssocID="{D9F6A6BF-9556-4BB7-9F4B-144C021BC9F5}" presName="Name37" presStyleLbl="parChTrans1D4" presStyleIdx="3" presStyleCnt="11"/>
      <dgm:spPr/>
    </dgm:pt>
    <dgm:pt modelId="{401E8F9D-123C-4A7F-97CD-93FAE05C7909}" type="pres">
      <dgm:prSet presAssocID="{2C958B63-1C45-4F16-BBB0-8FE9CCCE8A9B}" presName="hierRoot2" presStyleCnt="0">
        <dgm:presLayoutVars>
          <dgm:hierBranch val="init"/>
        </dgm:presLayoutVars>
      </dgm:prSet>
      <dgm:spPr/>
    </dgm:pt>
    <dgm:pt modelId="{C603B53C-EEDB-4538-B7BF-2A85101F297D}" type="pres">
      <dgm:prSet presAssocID="{2C958B63-1C45-4F16-BBB0-8FE9CCCE8A9B}" presName="rootComposite" presStyleCnt="0"/>
      <dgm:spPr/>
    </dgm:pt>
    <dgm:pt modelId="{3AA3F9FE-9F15-4662-A405-51D579585E60}" type="pres">
      <dgm:prSet presAssocID="{2C958B63-1C45-4F16-BBB0-8FE9CCCE8A9B}" presName="rootText" presStyleLbl="node4" presStyleIdx="3" presStyleCnt="11">
        <dgm:presLayoutVars>
          <dgm:chPref val="3"/>
        </dgm:presLayoutVars>
      </dgm:prSet>
      <dgm:spPr/>
    </dgm:pt>
    <dgm:pt modelId="{BF01D0D3-39BF-4E5E-BE20-AF291F6ADA83}" type="pres">
      <dgm:prSet presAssocID="{2C958B63-1C45-4F16-BBB0-8FE9CCCE8A9B}" presName="rootConnector" presStyleLbl="node4" presStyleIdx="3" presStyleCnt="11"/>
      <dgm:spPr/>
    </dgm:pt>
    <dgm:pt modelId="{592F7494-7FFC-4D1D-B7A7-A2668C811439}" type="pres">
      <dgm:prSet presAssocID="{2C958B63-1C45-4F16-BBB0-8FE9CCCE8A9B}" presName="hierChild4" presStyleCnt="0"/>
      <dgm:spPr/>
    </dgm:pt>
    <dgm:pt modelId="{623D737A-80A9-40AB-B9FB-F746B1F9ABF3}" type="pres">
      <dgm:prSet presAssocID="{2C958B63-1C45-4F16-BBB0-8FE9CCCE8A9B}" presName="hierChild5" presStyleCnt="0"/>
      <dgm:spPr/>
    </dgm:pt>
    <dgm:pt modelId="{53FD3392-327E-46FA-AE46-20026B0E6D69}" type="pres">
      <dgm:prSet presAssocID="{FCE17B64-37E6-467B-9FCC-E6B361DFD288}" presName="hierChild5" presStyleCnt="0"/>
      <dgm:spPr/>
    </dgm:pt>
    <dgm:pt modelId="{E447CF1E-6EF7-4CDB-BDC7-2FD1556337F7}" type="pres">
      <dgm:prSet presAssocID="{3A86D18B-45FD-4D84-9D56-A517F966FBEF}" presName="Name37" presStyleLbl="parChTrans1D4" presStyleIdx="4" presStyleCnt="11"/>
      <dgm:spPr/>
    </dgm:pt>
    <dgm:pt modelId="{180C7907-5BDA-475A-85B5-79F1270BCD4F}" type="pres">
      <dgm:prSet presAssocID="{032FC96D-2F24-42E0-AFE8-8C6BF8809E7F}" presName="hierRoot2" presStyleCnt="0">
        <dgm:presLayoutVars>
          <dgm:hierBranch val="init"/>
        </dgm:presLayoutVars>
      </dgm:prSet>
      <dgm:spPr/>
    </dgm:pt>
    <dgm:pt modelId="{7A0A7EC0-4550-4988-89E7-4761A0B8B1BA}" type="pres">
      <dgm:prSet presAssocID="{032FC96D-2F24-42E0-AFE8-8C6BF8809E7F}" presName="rootComposite" presStyleCnt="0"/>
      <dgm:spPr/>
    </dgm:pt>
    <dgm:pt modelId="{10963EB1-C7BD-482E-AFD0-3A15DFB66449}" type="pres">
      <dgm:prSet presAssocID="{032FC96D-2F24-42E0-AFE8-8C6BF8809E7F}" presName="rootText" presStyleLbl="node4" presStyleIdx="4" presStyleCnt="11">
        <dgm:presLayoutVars>
          <dgm:chPref val="3"/>
        </dgm:presLayoutVars>
      </dgm:prSet>
      <dgm:spPr/>
    </dgm:pt>
    <dgm:pt modelId="{A0866FC0-0E42-49E9-989C-9C258DA75B0B}" type="pres">
      <dgm:prSet presAssocID="{032FC96D-2F24-42E0-AFE8-8C6BF8809E7F}" presName="rootConnector" presStyleLbl="node4" presStyleIdx="4" presStyleCnt="11"/>
      <dgm:spPr/>
    </dgm:pt>
    <dgm:pt modelId="{E85D194A-D972-4BD7-9B8A-6DDFB0A2B531}" type="pres">
      <dgm:prSet presAssocID="{032FC96D-2F24-42E0-AFE8-8C6BF8809E7F}" presName="hierChild4" presStyleCnt="0"/>
      <dgm:spPr/>
    </dgm:pt>
    <dgm:pt modelId="{51B0C27A-6AB7-4A7E-807A-E24103242402}" type="pres">
      <dgm:prSet presAssocID="{032FC96D-2F24-42E0-AFE8-8C6BF8809E7F}" presName="hierChild5" presStyleCnt="0"/>
      <dgm:spPr/>
    </dgm:pt>
    <dgm:pt modelId="{7BDCC51A-78A4-4D48-BE86-520EC7ACC089}" type="pres">
      <dgm:prSet presAssocID="{9140D928-DD2F-49A2-848D-84BE1F2E9E7B}" presName="hierChild5" presStyleCnt="0"/>
      <dgm:spPr/>
    </dgm:pt>
    <dgm:pt modelId="{DCC7DE06-AA00-4C1D-A2AB-516B34A21EA6}" type="pres">
      <dgm:prSet presAssocID="{5FF6B22A-E2EB-4EBB-9596-3049B2415104}" presName="Name37" presStyleLbl="parChTrans1D3" presStyleIdx="2" presStyleCnt="15"/>
      <dgm:spPr/>
    </dgm:pt>
    <dgm:pt modelId="{1C5D7E3F-2321-4083-B089-A4CE56C85971}" type="pres">
      <dgm:prSet presAssocID="{8646DED4-DCAF-4F2C-9F4C-537D57DDC748}" presName="hierRoot2" presStyleCnt="0">
        <dgm:presLayoutVars>
          <dgm:hierBranch val="init"/>
        </dgm:presLayoutVars>
      </dgm:prSet>
      <dgm:spPr/>
    </dgm:pt>
    <dgm:pt modelId="{1393A862-A841-48FF-B428-5D85463FB94B}" type="pres">
      <dgm:prSet presAssocID="{8646DED4-DCAF-4F2C-9F4C-537D57DDC748}" presName="rootComposite" presStyleCnt="0"/>
      <dgm:spPr/>
    </dgm:pt>
    <dgm:pt modelId="{6B7E0D93-EA02-497B-B9CF-C4E6394C28C8}" type="pres">
      <dgm:prSet presAssocID="{8646DED4-DCAF-4F2C-9F4C-537D57DDC748}" presName="rootText" presStyleLbl="node3" presStyleIdx="2" presStyleCnt="15">
        <dgm:presLayoutVars>
          <dgm:chPref val="3"/>
        </dgm:presLayoutVars>
      </dgm:prSet>
      <dgm:spPr/>
    </dgm:pt>
    <dgm:pt modelId="{11E21749-3511-4EA7-9363-38D18FA6110A}" type="pres">
      <dgm:prSet presAssocID="{8646DED4-DCAF-4F2C-9F4C-537D57DDC748}" presName="rootConnector" presStyleLbl="node3" presStyleIdx="2" presStyleCnt="15"/>
      <dgm:spPr/>
    </dgm:pt>
    <dgm:pt modelId="{4FF12594-2345-46F8-9034-D3FF8778BD59}" type="pres">
      <dgm:prSet presAssocID="{8646DED4-DCAF-4F2C-9F4C-537D57DDC748}" presName="hierChild4" presStyleCnt="0"/>
      <dgm:spPr/>
    </dgm:pt>
    <dgm:pt modelId="{CFA9E2B3-902F-41C5-B4C5-162FDDC870D6}" type="pres">
      <dgm:prSet presAssocID="{8646DED4-DCAF-4F2C-9F4C-537D57DDC748}" presName="hierChild5" presStyleCnt="0"/>
      <dgm:spPr/>
    </dgm:pt>
    <dgm:pt modelId="{820B1F5D-E04F-46BC-A6F6-7773E777E2CD}" type="pres">
      <dgm:prSet presAssocID="{955EE0AF-02E3-4E8C-859F-C1C15A021E0D}" presName="Name37" presStyleLbl="parChTrans1D3" presStyleIdx="3" presStyleCnt="15"/>
      <dgm:spPr/>
    </dgm:pt>
    <dgm:pt modelId="{C1C370BB-F32E-453B-A0DC-6B8CF6AFE9FF}" type="pres">
      <dgm:prSet presAssocID="{50073632-72CA-4676-8E03-649FB4979043}" presName="hierRoot2" presStyleCnt="0">
        <dgm:presLayoutVars>
          <dgm:hierBranch val="init"/>
        </dgm:presLayoutVars>
      </dgm:prSet>
      <dgm:spPr/>
    </dgm:pt>
    <dgm:pt modelId="{A2087410-4E34-4C33-9CF8-55E1EB8AE85D}" type="pres">
      <dgm:prSet presAssocID="{50073632-72CA-4676-8E03-649FB4979043}" presName="rootComposite" presStyleCnt="0"/>
      <dgm:spPr/>
    </dgm:pt>
    <dgm:pt modelId="{861FF52D-94B7-403F-B4EB-7C4E26C16C43}" type="pres">
      <dgm:prSet presAssocID="{50073632-72CA-4676-8E03-649FB4979043}" presName="rootText" presStyleLbl="node3" presStyleIdx="3" presStyleCnt="15">
        <dgm:presLayoutVars>
          <dgm:chPref val="3"/>
        </dgm:presLayoutVars>
      </dgm:prSet>
      <dgm:spPr/>
    </dgm:pt>
    <dgm:pt modelId="{CE5957A0-AE1A-4910-8811-3837D50A4021}" type="pres">
      <dgm:prSet presAssocID="{50073632-72CA-4676-8E03-649FB4979043}" presName="rootConnector" presStyleLbl="node3" presStyleIdx="3" presStyleCnt="15"/>
      <dgm:spPr/>
    </dgm:pt>
    <dgm:pt modelId="{0D9815A4-4659-4883-BEE4-70337CCB27E2}" type="pres">
      <dgm:prSet presAssocID="{50073632-72CA-4676-8E03-649FB4979043}" presName="hierChild4" presStyleCnt="0"/>
      <dgm:spPr/>
    </dgm:pt>
    <dgm:pt modelId="{9F3FCC76-0C50-4CC6-A030-3057AD1006B7}" type="pres">
      <dgm:prSet presAssocID="{476636CE-B4A7-4352-8C6B-D6FCF413E427}" presName="Name37" presStyleLbl="parChTrans1D4" presStyleIdx="5" presStyleCnt="11"/>
      <dgm:spPr/>
    </dgm:pt>
    <dgm:pt modelId="{C85CF45B-3D3C-4796-AA36-4BC4A4C4B782}" type="pres">
      <dgm:prSet presAssocID="{BA45ACFA-F7A6-4AC7-B32E-9BD0278DFD68}" presName="hierRoot2" presStyleCnt="0">
        <dgm:presLayoutVars>
          <dgm:hierBranch val="init"/>
        </dgm:presLayoutVars>
      </dgm:prSet>
      <dgm:spPr/>
    </dgm:pt>
    <dgm:pt modelId="{356392AA-A543-4738-8084-1CA9F9DEAE91}" type="pres">
      <dgm:prSet presAssocID="{BA45ACFA-F7A6-4AC7-B32E-9BD0278DFD68}" presName="rootComposite" presStyleCnt="0"/>
      <dgm:spPr/>
    </dgm:pt>
    <dgm:pt modelId="{A7822F4F-89C0-4A43-AEA5-8AD1360EC991}" type="pres">
      <dgm:prSet presAssocID="{BA45ACFA-F7A6-4AC7-B32E-9BD0278DFD68}" presName="rootText" presStyleLbl="node4" presStyleIdx="5" presStyleCnt="11">
        <dgm:presLayoutVars>
          <dgm:chPref val="3"/>
        </dgm:presLayoutVars>
      </dgm:prSet>
      <dgm:spPr/>
    </dgm:pt>
    <dgm:pt modelId="{D24D3F32-E764-453B-9FEF-DF3139CCF7D7}" type="pres">
      <dgm:prSet presAssocID="{BA45ACFA-F7A6-4AC7-B32E-9BD0278DFD68}" presName="rootConnector" presStyleLbl="node4" presStyleIdx="5" presStyleCnt="11"/>
      <dgm:spPr/>
    </dgm:pt>
    <dgm:pt modelId="{85AFC411-1499-4714-A311-C994394364C7}" type="pres">
      <dgm:prSet presAssocID="{BA45ACFA-F7A6-4AC7-B32E-9BD0278DFD68}" presName="hierChild4" presStyleCnt="0"/>
      <dgm:spPr/>
    </dgm:pt>
    <dgm:pt modelId="{DA020F2A-D945-4AED-A9F7-2E04D69F7436}" type="pres">
      <dgm:prSet presAssocID="{BA45ACFA-F7A6-4AC7-B32E-9BD0278DFD68}" presName="hierChild5" presStyleCnt="0"/>
      <dgm:spPr/>
    </dgm:pt>
    <dgm:pt modelId="{879643B0-BF6E-44C2-8134-E91ADAEC85C2}" type="pres">
      <dgm:prSet presAssocID="{2A83F1ED-7098-44F5-8A8B-6C52EFF14AE3}" presName="Name37" presStyleLbl="parChTrans1D4" presStyleIdx="6" presStyleCnt="11"/>
      <dgm:spPr/>
    </dgm:pt>
    <dgm:pt modelId="{47220A34-23BE-41A1-A433-609812344325}" type="pres">
      <dgm:prSet presAssocID="{DD11B1B4-5BDA-48CD-8FED-47D19866E1D1}" presName="hierRoot2" presStyleCnt="0">
        <dgm:presLayoutVars>
          <dgm:hierBranch val="init"/>
        </dgm:presLayoutVars>
      </dgm:prSet>
      <dgm:spPr/>
    </dgm:pt>
    <dgm:pt modelId="{A6A16D2C-CB87-4498-AA22-0B3788A335E2}" type="pres">
      <dgm:prSet presAssocID="{DD11B1B4-5BDA-48CD-8FED-47D19866E1D1}" presName="rootComposite" presStyleCnt="0"/>
      <dgm:spPr/>
    </dgm:pt>
    <dgm:pt modelId="{21BC039D-4E59-4473-8076-3A16409E9F0E}" type="pres">
      <dgm:prSet presAssocID="{DD11B1B4-5BDA-48CD-8FED-47D19866E1D1}" presName="rootText" presStyleLbl="node4" presStyleIdx="6" presStyleCnt="11">
        <dgm:presLayoutVars>
          <dgm:chPref val="3"/>
        </dgm:presLayoutVars>
      </dgm:prSet>
      <dgm:spPr/>
    </dgm:pt>
    <dgm:pt modelId="{5EB502EB-89D6-4CDA-A0D6-5BE8792B3535}" type="pres">
      <dgm:prSet presAssocID="{DD11B1B4-5BDA-48CD-8FED-47D19866E1D1}" presName="rootConnector" presStyleLbl="node4" presStyleIdx="6" presStyleCnt="11"/>
      <dgm:spPr/>
    </dgm:pt>
    <dgm:pt modelId="{6B6C1C54-DE42-4FCA-9D41-41F26B490310}" type="pres">
      <dgm:prSet presAssocID="{DD11B1B4-5BDA-48CD-8FED-47D19866E1D1}" presName="hierChild4" presStyleCnt="0"/>
      <dgm:spPr/>
    </dgm:pt>
    <dgm:pt modelId="{7DF36A59-FD16-4C7B-A855-5D3586320C93}" type="pres">
      <dgm:prSet presAssocID="{DD11B1B4-5BDA-48CD-8FED-47D19866E1D1}" presName="hierChild5" presStyleCnt="0"/>
      <dgm:spPr/>
    </dgm:pt>
    <dgm:pt modelId="{BB0FFA05-6825-43E0-BD92-8BCA916CED30}" type="pres">
      <dgm:prSet presAssocID="{50073632-72CA-4676-8E03-649FB4979043}" presName="hierChild5" presStyleCnt="0"/>
      <dgm:spPr/>
    </dgm:pt>
    <dgm:pt modelId="{7071B268-C64E-48E1-8E2D-7A504CACE7B7}" type="pres">
      <dgm:prSet presAssocID="{ADCC0CF3-4613-4E2D-8AC0-B05BA1018AB4}" presName="Name37" presStyleLbl="parChTrans1D3" presStyleIdx="4" presStyleCnt="15"/>
      <dgm:spPr/>
    </dgm:pt>
    <dgm:pt modelId="{0ACEABE0-8A63-4A4D-AC78-B911B6A12728}" type="pres">
      <dgm:prSet presAssocID="{67C22120-B4CB-4ECC-8DE2-77617038A8CF}" presName="hierRoot2" presStyleCnt="0">
        <dgm:presLayoutVars>
          <dgm:hierBranch val="init"/>
        </dgm:presLayoutVars>
      </dgm:prSet>
      <dgm:spPr/>
    </dgm:pt>
    <dgm:pt modelId="{F1BE92B4-456B-4FE6-A21A-4453ED199B56}" type="pres">
      <dgm:prSet presAssocID="{67C22120-B4CB-4ECC-8DE2-77617038A8CF}" presName="rootComposite" presStyleCnt="0"/>
      <dgm:spPr/>
    </dgm:pt>
    <dgm:pt modelId="{CBBC39B4-2DCE-4544-97E6-9B1626F85D45}" type="pres">
      <dgm:prSet presAssocID="{67C22120-B4CB-4ECC-8DE2-77617038A8CF}" presName="rootText" presStyleLbl="node3" presStyleIdx="4" presStyleCnt="15">
        <dgm:presLayoutVars>
          <dgm:chPref val="3"/>
        </dgm:presLayoutVars>
      </dgm:prSet>
      <dgm:spPr/>
    </dgm:pt>
    <dgm:pt modelId="{1FC6E229-E7DC-4656-A38D-6EF1B215AFF8}" type="pres">
      <dgm:prSet presAssocID="{67C22120-B4CB-4ECC-8DE2-77617038A8CF}" presName="rootConnector" presStyleLbl="node3" presStyleIdx="4" presStyleCnt="15"/>
      <dgm:spPr/>
    </dgm:pt>
    <dgm:pt modelId="{9B539F84-DDF9-46AF-B970-5E3B129635DC}" type="pres">
      <dgm:prSet presAssocID="{67C22120-B4CB-4ECC-8DE2-77617038A8CF}" presName="hierChild4" presStyleCnt="0"/>
      <dgm:spPr/>
    </dgm:pt>
    <dgm:pt modelId="{C7CEF208-FAD8-432C-A50D-689689B1925B}" type="pres">
      <dgm:prSet presAssocID="{67C22120-B4CB-4ECC-8DE2-77617038A8CF}" presName="hierChild5" presStyleCnt="0"/>
      <dgm:spPr/>
    </dgm:pt>
    <dgm:pt modelId="{A69AA294-CAE5-4E7E-9252-68BD449B6346}" type="pres">
      <dgm:prSet presAssocID="{CDD7221D-D993-45DD-9E5C-EDF8A74A9338}" presName="Name37" presStyleLbl="parChTrans1D3" presStyleIdx="5" presStyleCnt="15"/>
      <dgm:spPr/>
    </dgm:pt>
    <dgm:pt modelId="{257DBC73-89FF-47A7-A5F1-25ABC0B615C0}" type="pres">
      <dgm:prSet presAssocID="{11B2D781-F44B-48CC-80CD-E11646F3B3D1}" presName="hierRoot2" presStyleCnt="0">
        <dgm:presLayoutVars>
          <dgm:hierBranch val="init"/>
        </dgm:presLayoutVars>
      </dgm:prSet>
      <dgm:spPr/>
    </dgm:pt>
    <dgm:pt modelId="{F5A83001-30C5-479B-A856-B35F57F01D88}" type="pres">
      <dgm:prSet presAssocID="{11B2D781-F44B-48CC-80CD-E11646F3B3D1}" presName="rootComposite" presStyleCnt="0"/>
      <dgm:spPr/>
    </dgm:pt>
    <dgm:pt modelId="{70A4FE41-4DD0-4E12-A38F-18DCA1571B18}" type="pres">
      <dgm:prSet presAssocID="{11B2D781-F44B-48CC-80CD-E11646F3B3D1}" presName="rootText" presStyleLbl="node3" presStyleIdx="5" presStyleCnt="15">
        <dgm:presLayoutVars>
          <dgm:chPref val="3"/>
        </dgm:presLayoutVars>
      </dgm:prSet>
      <dgm:spPr/>
    </dgm:pt>
    <dgm:pt modelId="{B9064B5C-0715-4E7A-B8CF-080278AE964B}" type="pres">
      <dgm:prSet presAssocID="{11B2D781-F44B-48CC-80CD-E11646F3B3D1}" presName="rootConnector" presStyleLbl="node3" presStyleIdx="5" presStyleCnt="15"/>
      <dgm:spPr/>
    </dgm:pt>
    <dgm:pt modelId="{C5A4E249-3889-4FF1-BFA4-C746182BB834}" type="pres">
      <dgm:prSet presAssocID="{11B2D781-F44B-48CC-80CD-E11646F3B3D1}" presName="hierChild4" presStyleCnt="0"/>
      <dgm:spPr/>
    </dgm:pt>
    <dgm:pt modelId="{A8804107-7284-4C74-88CD-A0F221BF2D87}" type="pres">
      <dgm:prSet presAssocID="{11B2D781-F44B-48CC-80CD-E11646F3B3D1}" presName="hierChild5" presStyleCnt="0"/>
      <dgm:spPr/>
    </dgm:pt>
    <dgm:pt modelId="{BB3EEC96-37AF-4609-B9CF-78CE525DE740}" type="pres">
      <dgm:prSet presAssocID="{BF9D1A21-D597-4823-AE5B-CB338D9EDE89}" presName="Name37" presStyleLbl="parChTrans1D3" presStyleIdx="6" presStyleCnt="15"/>
      <dgm:spPr/>
    </dgm:pt>
    <dgm:pt modelId="{7387DCCF-45AE-425F-98BA-28D27C690A1E}" type="pres">
      <dgm:prSet presAssocID="{5CEF5E34-2170-47E3-BF96-739D5397D67D}" presName="hierRoot2" presStyleCnt="0">
        <dgm:presLayoutVars>
          <dgm:hierBranch val="init"/>
        </dgm:presLayoutVars>
      </dgm:prSet>
      <dgm:spPr/>
    </dgm:pt>
    <dgm:pt modelId="{236324B8-733B-4FF9-8935-EE81DA7DEFFB}" type="pres">
      <dgm:prSet presAssocID="{5CEF5E34-2170-47E3-BF96-739D5397D67D}" presName="rootComposite" presStyleCnt="0"/>
      <dgm:spPr/>
    </dgm:pt>
    <dgm:pt modelId="{14DDF56C-40DA-4FFF-83D4-4EDDBAA8608C}" type="pres">
      <dgm:prSet presAssocID="{5CEF5E34-2170-47E3-BF96-739D5397D67D}" presName="rootText" presStyleLbl="node3" presStyleIdx="6" presStyleCnt="15">
        <dgm:presLayoutVars>
          <dgm:chPref val="3"/>
        </dgm:presLayoutVars>
      </dgm:prSet>
      <dgm:spPr/>
    </dgm:pt>
    <dgm:pt modelId="{7DE8F1A6-A5D1-4CD9-9406-D9CD07E1F8B5}" type="pres">
      <dgm:prSet presAssocID="{5CEF5E34-2170-47E3-BF96-739D5397D67D}" presName="rootConnector" presStyleLbl="node3" presStyleIdx="6" presStyleCnt="15"/>
      <dgm:spPr/>
    </dgm:pt>
    <dgm:pt modelId="{38443B2D-A274-4644-8423-6915649B83CC}" type="pres">
      <dgm:prSet presAssocID="{5CEF5E34-2170-47E3-BF96-739D5397D67D}" presName="hierChild4" presStyleCnt="0"/>
      <dgm:spPr/>
    </dgm:pt>
    <dgm:pt modelId="{C0E9C385-9FBC-4B4E-8D91-83415BBA3099}" type="pres">
      <dgm:prSet presAssocID="{5CEF5E34-2170-47E3-BF96-739D5397D67D}" presName="hierChild5" presStyleCnt="0"/>
      <dgm:spPr/>
    </dgm:pt>
    <dgm:pt modelId="{DA5E2A0D-1B0A-4202-ABD3-266B3C03FF9D}" type="pres">
      <dgm:prSet presAssocID="{6B018324-4AEC-408F-BE5B-4525C1ED28D1}" presName="Name37" presStyleLbl="parChTrans1D3" presStyleIdx="7" presStyleCnt="15"/>
      <dgm:spPr/>
    </dgm:pt>
    <dgm:pt modelId="{33393B6A-1160-4046-9A5C-640768A324BA}" type="pres">
      <dgm:prSet presAssocID="{CB061AF2-BDC3-4898-8599-B73E77CEB59C}" presName="hierRoot2" presStyleCnt="0">
        <dgm:presLayoutVars>
          <dgm:hierBranch val="init"/>
        </dgm:presLayoutVars>
      </dgm:prSet>
      <dgm:spPr/>
    </dgm:pt>
    <dgm:pt modelId="{8FEDE51B-FA8C-4590-8403-6D0B1C0F4E19}" type="pres">
      <dgm:prSet presAssocID="{CB061AF2-BDC3-4898-8599-B73E77CEB59C}" presName="rootComposite" presStyleCnt="0"/>
      <dgm:spPr/>
    </dgm:pt>
    <dgm:pt modelId="{A2102E89-8D98-4B45-8E99-FD9DB792036A}" type="pres">
      <dgm:prSet presAssocID="{CB061AF2-BDC3-4898-8599-B73E77CEB59C}" presName="rootText" presStyleLbl="node3" presStyleIdx="7" presStyleCnt="15">
        <dgm:presLayoutVars>
          <dgm:chPref val="3"/>
        </dgm:presLayoutVars>
      </dgm:prSet>
      <dgm:spPr/>
    </dgm:pt>
    <dgm:pt modelId="{CB1F5AAE-F339-4E03-AD2C-E43B19B00D7E}" type="pres">
      <dgm:prSet presAssocID="{CB061AF2-BDC3-4898-8599-B73E77CEB59C}" presName="rootConnector" presStyleLbl="node3" presStyleIdx="7" presStyleCnt="15"/>
      <dgm:spPr/>
    </dgm:pt>
    <dgm:pt modelId="{E739C463-0B19-489F-A75E-7462C645309E}" type="pres">
      <dgm:prSet presAssocID="{CB061AF2-BDC3-4898-8599-B73E77CEB59C}" presName="hierChild4" presStyleCnt="0"/>
      <dgm:spPr/>
    </dgm:pt>
    <dgm:pt modelId="{4CAD41A8-8267-4157-BDE2-849CB56F46FB}" type="pres">
      <dgm:prSet presAssocID="{CB061AF2-BDC3-4898-8599-B73E77CEB59C}" presName="hierChild5" presStyleCnt="0"/>
      <dgm:spPr/>
    </dgm:pt>
    <dgm:pt modelId="{8F2B5BB1-3B1F-441C-AFB5-6BC2C6CFBFD5}" type="pres">
      <dgm:prSet presAssocID="{6D159DA1-9EB5-48DC-BC7D-D687D71CB9A8}" presName="Name37" presStyleLbl="parChTrans1D3" presStyleIdx="8" presStyleCnt="15"/>
      <dgm:spPr/>
    </dgm:pt>
    <dgm:pt modelId="{F0243390-93E3-4BCA-879E-8BF98B61D2F2}" type="pres">
      <dgm:prSet presAssocID="{5B5C7918-6B1B-47FF-BE5E-04EB1A833BDC}" presName="hierRoot2" presStyleCnt="0">
        <dgm:presLayoutVars>
          <dgm:hierBranch val="init"/>
        </dgm:presLayoutVars>
      </dgm:prSet>
      <dgm:spPr/>
    </dgm:pt>
    <dgm:pt modelId="{83A7AB96-F261-470B-AEE4-17D218E97990}" type="pres">
      <dgm:prSet presAssocID="{5B5C7918-6B1B-47FF-BE5E-04EB1A833BDC}" presName="rootComposite" presStyleCnt="0"/>
      <dgm:spPr/>
    </dgm:pt>
    <dgm:pt modelId="{F58291C0-979B-46A5-BB50-28FA4F979B38}" type="pres">
      <dgm:prSet presAssocID="{5B5C7918-6B1B-47FF-BE5E-04EB1A833BDC}" presName="rootText" presStyleLbl="node3" presStyleIdx="8" presStyleCnt="15">
        <dgm:presLayoutVars>
          <dgm:chPref val="3"/>
        </dgm:presLayoutVars>
      </dgm:prSet>
      <dgm:spPr/>
    </dgm:pt>
    <dgm:pt modelId="{C33BDF6A-3001-4A68-93AF-A20F75FF15AF}" type="pres">
      <dgm:prSet presAssocID="{5B5C7918-6B1B-47FF-BE5E-04EB1A833BDC}" presName="rootConnector" presStyleLbl="node3" presStyleIdx="8" presStyleCnt="15"/>
      <dgm:spPr/>
    </dgm:pt>
    <dgm:pt modelId="{ED15118C-63C4-4D32-9C8E-2AF3FFD0CA71}" type="pres">
      <dgm:prSet presAssocID="{5B5C7918-6B1B-47FF-BE5E-04EB1A833BDC}" presName="hierChild4" presStyleCnt="0"/>
      <dgm:spPr/>
    </dgm:pt>
    <dgm:pt modelId="{1E76451F-3761-432E-A958-74D64E0DB47E}" type="pres">
      <dgm:prSet presAssocID="{5B5C7918-6B1B-47FF-BE5E-04EB1A833BDC}" presName="hierChild5" presStyleCnt="0"/>
      <dgm:spPr/>
    </dgm:pt>
    <dgm:pt modelId="{E8030F53-8940-47D5-8AD2-E37A55E9B5B0}" type="pres">
      <dgm:prSet presAssocID="{9BDD6995-F3E6-43C0-9CF1-A9CAB20CE6C2}" presName="Name37" presStyleLbl="parChTrans1D3" presStyleIdx="9" presStyleCnt="15"/>
      <dgm:spPr/>
    </dgm:pt>
    <dgm:pt modelId="{607C8D36-83B0-475A-89AB-0698E9245AE6}" type="pres">
      <dgm:prSet presAssocID="{22D394B6-4BFC-4C1F-B60E-331B14E14E30}" presName="hierRoot2" presStyleCnt="0">
        <dgm:presLayoutVars>
          <dgm:hierBranch val="init"/>
        </dgm:presLayoutVars>
      </dgm:prSet>
      <dgm:spPr/>
    </dgm:pt>
    <dgm:pt modelId="{317E311A-5794-480B-A5F5-48A18DC107C2}" type="pres">
      <dgm:prSet presAssocID="{22D394B6-4BFC-4C1F-B60E-331B14E14E30}" presName="rootComposite" presStyleCnt="0"/>
      <dgm:spPr/>
    </dgm:pt>
    <dgm:pt modelId="{A23F431F-C508-4CE6-9996-4ABE37C8A2D1}" type="pres">
      <dgm:prSet presAssocID="{22D394B6-4BFC-4C1F-B60E-331B14E14E30}" presName="rootText" presStyleLbl="node3" presStyleIdx="9" presStyleCnt="15">
        <dgm:presLayoutVars>
          <dgm:chPref val="3"/>
        </dgm:presLayoutVars>
      </dgm:prSet>
      <dgm:spPr/>
    </dgm:pt>
    <dgm:pt modelId="{9456750D-D4F3-428F-AB05-089E41D9DE97}" type="pres">
      <dgm:prSet presAssocID="{22D394B6-4BFC-4C1F-B60E-331B14E14E30}" presName="rootConnector" presStyleLbl="node3" presStyleIdx="9" presStyleCnt="15"/>
      <dgm:spPr/>
    </dgm:pt>
    <dgm:pt modelId="{0A28C401-18D8-48BE-B0AE-8BB321F05735}" type="pres">
      <dgm:prSet presAssocID="{22D394B6-4BFC-4C1F-B60E-331B14E14E30}" presName="hierChild4" presStyleCnt="0"/>
      <dgm:spPr/>
    </dgm:pt>
    <dgm:pt modelId="{19C70DE6-0F1E-4D6D-9821-7B5C4A4BD7DB}" type="pres">
      <dgm:prSet presAssocID="{FB760D39-D403-4BF0-A67C-27A826707B83}" presName="Name37" presStyleLbl="parChTrans1D4" presStyleIdx="7" presStyleCnt="11"/>
      <dgm:spPr/>
    </dgm:pt>
    <dgm:pt modelId="{D69B74FC-886A-4632-B84F-D2C7648D631E}" type="pres">
      <dgm:prSet presAssocID="{68AAF24E-BC9F-4707-B7D5-AC05F97EA87F}" presName="hierRoot2" presStyleCnt="0">
        <dgm:presLayoutVars>
          <dgm:hierBranch val="init"/>
        </dgm:presLayoutVars>
      </dgm:prSet>
      <dgm:spPr/>
    </dgm:pt>
    <dgm:pt modelId="{CDF55255-D151-4ACD-88AF-8690AA59F33E}" type="pres">
      <dgm:prSet presAssocID="{68AAF24E-BC9F-4707-B7D5-AC05F97EA87F}" presName="rootComposite" presStyleCnt="0"/>
      <dgm:spPr/>
    </dgm:pt>
    <dgm:pt modelId="{AE0199A6-1794-46CD-8CE9-51E529F2005F}" type="pres">
      <dgm:prSet presAssocID="{68AAF24E-BC9F-4707-B7D5-AC05F97EA87F}" presName="rootText" presStyleLbl="node4" presStyleIdx="7" presStyleCnt="11">
        <dgm:presLayoutVars>
          <dgm:chPref val="3"/>
        </dgm:presLayoutVars>
      </dgm:prSet>
      <dgm:spPr/>
    </dgm:pt>
    <dgm:pt modelId="{67A59032-8A74-4FFB-9436-995CEDC2073C}" type="pres">
      <dgm:prSet presAssocID="{68AAF24E-BC9F-4707-B7D5-AC05F97EA87F}" presName="rootConnector" presStyleLbl="node4" presStyleIdx="7" presStyleCnt="11"/>
      <dgm:spPr/>
    </dgm:pt>
    <dgm:pt modelId="{73183E8D-51CE-4C0D-BCED-2A25659F12B9}" type="pres">
      <dgm:prSet presAssocID="{68AAF24E-BC9F-4707-B7D5-AC05F97EA87F}" presName="hierChild4" presStyleCnt="0"/>
      <dgm:spPr/>
    </dgm:pt>
    <dgm:pt modelId="{5552A8B1-7360-489A-9A81-056EA51AD47D}" type="pres">
      <dgm:prSet presAssocID="{68AAF24E-BC9F-4707-B7D5-AC05F97EA87F}" presName="hierChild5" presStyleCnt="0"/>
      <dgm:spPr/>
    </dgm:pt>
    <dgm:pt modelId="{6A33CA2E-045A-4DC2-8E93-4B43B741EE3E}" type="pres">
      <dgm:prSet presAssocID="{22D394B6-4BFC-4C1F-B60E-331B14E14E30}" presName="hierChild5" presStyleCnt="0"/>
      <dgm:spPr/>
    </dgm:pt>
    <dgm:pt modelId="{AF3AE31D-62A4-4560-8038-C76B418668E0}" type="pres">
      <dgm:prSet presAssocID="{424BD3B6-A8A9-4CBB-A060-0C496EC85D05}" presName="Name37" presStyleLbl="parChTrans1D3" presStyleIdx="10" presStyleCnt="15"/>
      <dgm:spPr/>
    </dgm:pt>
    <dgm:pt modelId="{A09CA068-77DF-49B9-A1B4-4C174DC5B936}" type="pres">
      <dgm:prSet presAssocID="{BB315AD5-2FB1-42FB-BA22-FA54B6B2CFB3}" presName="hierRoot2" presStyleCnt="0">
        <dgm:presLayoutVars>
          <dgm:hierBranch val="init"/>
        </dgm:presLayoutVars>
      </dgm:prSet>
      <dgm:spPr/>
    </dgm:pt>
    <dgm:pt modelId="{13638B15-C147-4018-88E3-0C319A14FBB8}" type="pres">
      <dgm:prSet presAssocID="{BB315AD5-2FB1-42FB-BA22-FA54B6B2CFB3}" presName="rootComposite" presStyleCnt="0"/>
      <dgm:spPr/>
    </dgm:pt>
    <dgm:pt modelId="{2D5426BD-856D-4192-9A11-82D61258FC98}" type="pres">
      <dgm:prSet presAssocID="{BB315AD5-2FB1-42FB-BA22-FA54B6B2CFB3}" presName="rootText" presStyleLbl="node3" presStyleIdx="10" presStyleCnt="15">
        <dgm:presLayoutVars>
          <dgm:chPref val="3"/>
        </dgm:presLayoutVars>
      </dgm:prSet>
      <dgm:spPr/>
    </dgm:pt>
    <dgm:pt modelId="{A5637322-6C0D-4606-81B8-C3E35357D7F2}" type="pres">
      <dgm:prSet presAssocID="{BB315AD5-2FB1-42FB-BA22-FA54B6B2CFB3}" presName="rootConnector" presStyleLbl="node3" presStyleIdx="10" presStyleCnt="15"/>
      <dgm:spPr/>
    </dgm:pt>
    <dgm:pt modelId="{086A4B95-0ECE-4A79-BD55-F62A4F8F540E}" type="pres">
      <dgm:prSet presAssocID="{BB315AD5-2FB1-42FB-BA22-FA54B6B2CFB3}" presName="hierChild4" presStyleCnt="0"/>
      <dgm:spPr/>
    </dgm:pt>
    <dgm:pt modelId="{5904120F-6EE7-4055-9573-23F96D26E528}" type="pres">
      <dgm:prSet presAssocID="{467087B6-43CA-47E1-BE4C-E09A9C20FA7F}" presName="Name37" presStyleLbl="parChTrans1D4" presStyleIdx="8" presStyleCnt="11"/>
      <dgm:spPr/>
    </dgm:pt>
    <dgm:pt modelId="{015E62B3-B6D3-4D26-A7AE-7254C84BEDCA}" type="pres">
      <dgm:prSet presAssocID="{123A822B-2BAB-4025-8B48-76EDD42B371D}" presName="hierRoot2" presStyleCnt="0">
        <dgm:presLayoutVars>
          <dgm:hierBranch val="init"/>
        </dgm:presLayoutVars>
      </dgm:prSet>
      <dgm:spPr/>
    </dgm:pt>
    <dgm:pt modelId="{7EE3E615-9504-4FAE-9591-54D46D39A9CC}" type="pres">
      <dgm:prSet presAssocID="{123A822B-2BAB-4025-8B48-76EDD42B371D}" presName="rootComposite" presStyleCnt="0"/>
      <dgm:spPr/>
    </dgm:pt>
    <dgm:pt modelId="{C1CA8CFC-7359-4F09-A6FA-3E1840F4F9CC}" type="pres">
      <dgm:prSet presAssocID="{123A822B-2BAB-4025-8B48-76EDD42B371D}" presName="rootText" presStyleLbl="node4" presStyleIdx="8" presStyleCnt="11">
        <dgm:presLayoutVars>
          <dgm:chPref val="3"/>
        </dgm:presLayoutVars>
      </dgm:prSet>
      <dgm:spPr/>
    </dgm:pt>
    <dgm:pt modelId="{BE068453-5658-4EAD-A2F7-3D879C2DF2F5}" type="pres">
      <dgm:prSet presAssocID="{123A822B-2BAB-4025-8B48-76EDD42B371D}" presName="rootConnector" presStyleLbl="node4" presStyleIdx="8" presStyleCnt="11"/>
      <dgm:spPr/>
    </dgm:pt>
    <dgm:pt modelId="{6D686C52-79B0-47DD-A5A7-7B9E5B66287B}" type="pres">
      <dgm:prSet presAssocID="{123A822B-2BAB-4025-8B48-76EDD42B371D}" presName="hierChild4" presStyleCnt="0"/>
      <dgm:spPr/>
    </dgm:pt>
    <dgm:pt modelId="{59B72282-075B-4202-A4B3-F9F7DCAD4401}" type="pres">
      <dgm:prSet presAssocID="{123A822B-2BAB-4025-8B48-76EDD42B371D}" presName="hierChild5" presStyleCnt="0"/>
      <dgm:spPr/>
    </dgm:pt>
    <dgm:pt modelId="{CF97990D-E44B-4305-9D2F-56D09168983C}" type="pres">
      <dgm:prSet presAssocID="{E0935A21-294A-467A-8CAD-5EE6DFF06C6B}" presName="Name37" presStyleLbl="parChTrans1D4" presStyleIdx="9" presStyleCnt="11"/>
      <dgm:spPr/>
    </dgm:pt>
    <dgm:pt modelId="{58265A02-46D9-4C6A-ADA6-6F8BA32B30A9}" type="pres">
      <dgm:prSet presAssocID="{063F3739-BC0A-435A-9EB6-8A21997EDA1B}" presName="hierRoot2" presStyleCnt="0">
        <dgm:presLayoutVars>
          <dgm:hierBranch val="init"/>
        </dgm:presLayoutVars>
      </dgm:prSet>
      <dgm:spPr/>
    </dgm:pt>
    <dgm:pt modelId="{D93FBF63-7D8F-46DA-A083-631A4D308C82}" type="pres">
      <dgm:prSet presAssocID="{063F3739-BC0A-435A-9EB6-8A21997EDA1B}" presName="rootComposite" presStyleCnt="0"/>
      <dgm:spPr/>
    </dgm:pt>
    <dgm:pt modelId="{415B622E-82A6-4438-85E0-F5101F9614D6}" type="pres">
      <dgm:prSet presAssocID="{063F3739-BC0A-435A-9EB6-8A21997EDA1B}" presName="rootText" presStyleLbl="node4" presStyleIdx="9" presStyleCnt="11">
        <dgm:presLayoutVars>
          <dgm:chPref val="3"/>
        </dgm:presLayoutVars>
      </dgm:prSet>
      <dgm:spPr/>
    </dgm:pt>
    <dgm:pt modelId="{575E7E9D-150C-4AA8-9FB5-667140613293}" type="pres">
      <dgm:prSet presAssocID="{063F3739-BC0A-435A-9EB6-8A21997EDA1B}" presName="rootConnector" presStyleLbl="node4" presStyleIdx="9" presStyleCnt="11"/>
      <dgm:spPr/>
    </dgm:pt>
    <dgm:pt modelId="{8D336CA0-B355-46BB-943F-82EAFF4C8BBA}" type="pres">
      <dgm:prSet presAssocID="{063F3739-BC0A-435A-9EB6-8A21997EDA1B}" presName="hierChild4" presStyleCnt="0"/>
      <dgm:spPr/>
    </dgm:pt>
    <dgm:pt modelId="{6B7BA010-8C10-4353-9261-4C1302C80927}" type="pres">
      <dgm:prSet presAssocID="{063F3739-BC0A-435A-9EB6-8A21997EDA1B}" presName="hierChild5" presStyleCnt="0"/>
      <dgm:spPr/>
    </dgm:pt>
    <dgm:pt modelId="{F4FA8EF9-71D2-4B17-9E53-578635D66AA0}" type="pres">
      <dgm:prSet presAssocID="{FA002728-84F4-4696-AB91-A0BB5B2CF960}" presName="Name37" presStyleLbl="parChTrans1D4" presStyleIdx="10" presStyleCnt="11"/>
      <dgm:spPr/>
    </dgm:pt>
    <dgm:pt modelId="{6E00D6B0-EB5A-447A-8F47-CBE1D021CF57}" type="pres">
      <dgm:prSet presAssocID="{5659B72C-C3B3-49A1-A0E3-414B4F507CF6}" presName="hierRoot2" presStyleCnt="0">
        <dgm:presLayoutVars>
          <dgm:hierBranch val="init"/>
        </dgm:presLayoutVars>
      </dgm:prSet>
      <dgm:spPr/>
    </dgm:pt>
    <dgm:pt modelId="{CCF6C184-986C-4D2E-9FD7-731ACF5620B0}" type="pres">
      <dgm:prSet presAssocID="{5659B72C-C3B3-49A1-A0E3-414B4F507CF6}" presName="rootComposite" presStyleCnt="0"/>
      <dgm:spPr/>
    </dgm:pt>
    <dgm:pt modelId="{61B053E0-9CE1-45B6-89FA-ACAAF3AA6E73}" type="pres">
      <dgm:prSet presAssocID="{5659B72C-C3B3-49A1-A0E3-414B4F507CF6}" presName="rootText" presStyleLbl="node4" presStyleIdx="10" presStyleCnt="11">
        <dgm:presLayoutVars>
          <dgm:chPref val="3"/>
        </dgm:presLayoutVars>
      </dgm:prSet>
      <dgm:spPr/>
    </dgm:pt>
    <dgm:pt modelId="{D05EB002-9620-436B-A1E6-CD20EBED98C4}" type="pres">
      <dgm:prSet presAssocID="{5659B72C-C3B3-49A1-A0E3-414B4F507CF6}" presName="rootConnector" presStyleLbl="node4" presStyleIdx="10" presStyleCnt="11"/>
      <dgm:spPr/>
    </dgm:pt>
    <dgm:pt modelId="{B1C21AD1-9529-45BE-9848-A3E883ED4946}" type="pres">
      <dgm:prSet presAssocID="{5659B72C-C3B3-49A1-A0E3-414B4F507CF6}" presName="hierChild4" presStyleCnt="0"/>
      <dgm:spPr/>
    </dgm:pt>
    <dgm:pt modelId="{F3C5204E-B78D-4F9A-881E-EABCB823E717}" type="pres">
      <dgm:prSet presAssocID="{5659B72C-C3B3-49A1-A0E3-414B4F507CF6}" presName="hierChild5" presStyleCnt="0"/>
      <dgm:spPr/>
    </dgm:pt>
    <dgm:pt modelId="{3878148D-E721-49D9-B1AD-275C7B339AAD}" type="pres">
      <dgm:prSet presAssocID="{BB315AD5-2FB1-42FB-BA22-FA54B6B2CFB3}" presName="hierChild5" presStyleCnt="0"/>
      <dgm:spPr/>
    </dgm:pt>
    <dgm:pt modelId="{7EEAF5B2-2107-4B3C-953B-299E7DC72DCE}" type="pres">
      <dgm:prSet presAssocID="{3E97F6D6-DAE7-4D97-8706-019CE13B380D}" presName="Name37" presStyleLbl="parChTrans1D3" presStyleIdx="11" presStyleCnt="15"/>
      <dgm:spPr/>
    </dgm:pt>
    <dgm:pt modelId="{214CB3D2-F2CC-4B57-94CD-3F53A5BECDEE}" type="pres">
      <dgm:prSet presAssocID="{5EC286D5-17F5-439A-8BB5-EA2C3CBF67B5}" presName="hierRoot2" presStyleCnt="0">
        <dgm:presLayoutVars>
          <dgm:hierBranch val="init"/>
        </dgm:presLayoutVars>
      </dgm:prSet>
      <dgm:spPr/>
    </dgm:pt>
    <dgm:pt modelId="{1AC31E81-E0BF-43D4-8F79-0BA08F5A65DD}" type="pres">
      <dgm:prSet presAssocID="{5EC286D5-17F5-439A-8BB5-EA2C3CBF67B5}" presName="rootComposite" presStyleCnt="0"/>
      <dgm:spPr/>
    </dgm:pt>
    <dgm:pt modelId="{64502D91-D7E5-429A-9E3C-20DFA42BA3D9}" type="pres">
      <dgm:prSet presAssocID="{5EC286D5-17F5-439A-8BB5-EA2C3CBF67B5}" presName="rootText" presStyleLbl="node3" presStyleIdx="11" presStyleCnt="15">
        <dgm:presLayoutVars>
          <dgm:chPref val="3"/>
        </dgm:presLayoutVars>
      </dgm:prSet>
      <dgm:spPr/>
    </dgm:pt>
    <dgm:pt modelId="{093F37FF-A3A0-4FDB-AE7D-52949909C0E3}" type="pres">
      <dgm:prSet presAssocID="{5EC286D5-17F5-439A-8BB5-EA2C3CBF67B5}" presName="rootConnector" presStyleLbl="node3" presStyleIdx="11" presStyleCnt="15"/>
      <dgm:spPr/>
    </dgm:pt>
    <dgm:pt modelId="{16C55B82-DD54-4DDE-B069-3451C8EA1A9D}" type="pres">
      <dgm:prSet presAssocID="{5EC286D5-17F5-439A-8BB5-EA2C3CBF67B5}" presName="hierChild4" presStyleCnt="0"/>
      <dgm:spPr/>
    </dgm:pt>
    <dgm:pt modelId="{3835B2AE-6382-4877-9D4B-0BF76E956C35}" type="pres">
      <dgm:prSet presAssocID="{5EC286D5-17F5-439A-8BB5-EA2C3CBF67B5}" presName="hierChild5" presStyleCnt="0"/>
      <dgm:spPr/>
    </dgm:pt>
    <dgm:pt modelId="{1724FAF1-9F99-44A4-BB1E-26CE3C4EF46E}" type="pres">
      <dgm:prSet presAssocID="{ADF3E8AD-F0AB-476E-8897-C83989B943EE}" presName="Name37" presStyleLbl="parChTrans1D3" presStyleIdx="12" presStyleCnt="15"/>
      <dgm:spPr/>
    </dgm:pt>
    <dgm:pt modelId="{940B4459-2FF3-4E2C-BC83-C9F79051631E}" type="pres">
      <dgm:prSet presAssocID="{6C0BE91A-5E76-4F38-890E-A9642487B5F1}" presName="hierRoot2" presStyleCnt="0">
        <dgm:presLayoutVars>
          <dgm:hierBranch val="init"/>
        </dgm:presLayoutVars>
      </dgm:prSet>
      <dgm:spPr/>
    </dgm:pt>
    <dgm:pt modelId="{0B3174E7-976A-4CD2-AF38-06EA6B7DBA10}" type="pres">
      <dgm:prSet presAssocID="{6C0BE91A-5E76-4F38-890E-A9642487B5F1}" presName="rootComposite" presStyleCnt="0"/>
      <dgm:spPr/>
    </dgm:pt>
    <dgm:pt modelId="{D116C598-2088-42A9-A2FC-8877B2798C08}" type="pres">
      <dgm:prSet presAssocID="{6C0BE91A-5E76-4F38-890E-A9642487B5F1}" presName="rootText" presStyleLbl="node3" presStyleIdx="12" presStyleCnt="15">
        <dgm:presLayoutVars>
          <dgm:chPref val="3"/>
        </dgm:presLayoutVars>
      </dgm:prSet>
      <dgm:spPr/>
    </dgm:pt>
    <dgm:pt modelId="{48D77443-0F98-45F8-974F-5773076D283F}" type="pres">
      <dgm:prSet presAssocID="{6C0BE91A-5E76-4F38-890E-A9642487B5F1}" presName="rootConnector" presStyleLbl="node3" presStyleIdx="12" presStyleCnt="15"/>
      <dgm:spPr/>
    </dgm:pt>
    <dgm:pt modelId="{F2259099-D846-4FAD-8EA0-FCC78A9FBF51}" type="pres">
      <dgm:prSet presAssocID="{6C0BE91A-5E76-4F38-890E-A9642487B5F1}" presName="hierChild4" presStyleCnt="0"/>
      <dgm:spPr/>
    </dgm:pt>
    <dgm:pt modelId="{279EAFDF-B8FB-445C-9409-0E20D5BB9CE8}" type="pres">
      <dgm:prSet presAssocID="{6C0BE91A-5E76-4F38-890E-A9642487B5F1}" presName="hierChild5" presStyleCnt="0"/>
      <dgm:spPr/>
    </dgm:pt>
    <dgm:pt modelId="{78E6C8FF-57E3-4FDC-AB63-04A2E46BA518}" type="pres">
      <dgm:prSet presAssocID="{6DEF0418-1474-485E-A7BC-DC4270EAD014}" presName="Name37" presStyleLbl="parChTrans1D3" presStyleIdx="13" presStyleCnt="15"/>
      <dgm:spPr/>
    </dgm:pt>
    <dgm:pt modelId="{177458A9-A259-4BBC-82E9-4B0BF54A433C}" type="pres">
      <dgm:prSet presAssocID="{1410A4E7-7165-4F5D-99F1-E96BFBA9A6FF}" presName="hierRoot2" presStyleCnt="0">
        <dgm:presLayoutVars>
          <dgm:hierBranch val="init"/>
        </dgm:presLayoutVars>
      </dgm:prSet>
      <dgm:spPr/>
    </dgm:pt>
    <dgm:pt modelId="{76615448-85B5-4349-8B6E-665993387B49}" type="pres">
      <dgm:prSet presAssocID="{1410A4E7-7165-4F5D-99F1-E96BFBA9A6FF}" presName="rootComposite" presStyleCnt="0"/>
      <dgm:spPr/>
    </dgm:pt>
    <dgm:pt modelId="{67287622-040D-4D7F-823B-07FC6779E310}" type="pres">
      <dgm:prSet presAssocID="{1410A4E7-7165-4F5D-99F1-E96BFBA9A6FF}" presName="rootText" presStyleLbl="node3" presStyleIdx="13" presStyleCnt="15">
        <dgm:presLayoutVars>
          <dgm:chPref val="3"/>
        </dgm:presLayoutVars>
      </dgm:prSet>
      <dgm:spPr/>
    </dgm:pt>
    <dgm:pt modelId="{DC9585E7-DB2E-4D39-8F7C-3004C447DFDD}" type="pres">
      <dgm:prSet presAssocID="{1410A4E7-7165-4F5D-99F1-E96BFBA9A6FF}" presName="rootConnector" presStyleLbl="node3" presStyleIdx="13" presStyleCnt="15"/>
      <dgm:spPr/>
    </dgm:pt>
    <dgm:pt modelId="{03D88462-30BC-4343-8889-61AFFF050DE1}" type="pres">
      <dgm:prSet presAssocID="{1410A4E7-7165-4F5D-99F1-E96BFBA9A6FF}" presName="hierChild4" presStyleCnt="0"/>
      <dgm:spPr/>
    </dgm:pt>
    <dgm:pt modelId="{0BC01E1C-E394-4CC8-AC00-85B7700F7597}" type="pres">
      <dgm:prSet presAssocID="{1410A4E7-7165-4F5D-99F1-E96BFBA9A6FF}" presName="hierChild5" presStyleCnt="0"/>
      <dgm:spPr/>
    </dgm:pt>
    <dgm:pt modelId="{163F32F0-61F7-4D48-892B-E96708AC170E}" type="pres">
      <dgm:prSet presAssocID="{3D5D56A9-A79F-4790-9014-2529D940A18D}" presName="hierChild5" presStyleCnt="0"/>
      <dgm:spPr/>
    </dgm:pt>
    <dgm:pt modelId="{291E0525-CFA2-4914-B9E9-D0B3E0207EE1}" type="pres">
      <dgm:prSet presAssocID="{B13582E9-97A8-44D8-84AB-D3EBB7AB0263}" presName="Name37" presStyleLbl="parChTrans1D2" presStyleIdx="1" presStyleCnt="3"/>
      <dgm:spPr/>
    </dgm:pt>
    <dgm:pt modelId="{DC7F5589-3D8D-4A2D-810E-B89EA182A6FB}" type="pres">
      <dgm:prSet presAssocID="{873DD79E-21A2-4071-88B3-D74FF049DBF2}" presName="hierRoot2" presStyleCnt="0">
        <dgm:presLayoutVars>
          <dgm:hierBranch val="init"/>
        </dgm:presLayoutVars>
      </dgm:prSet>
      <dgm:spPr/>
    </dgm:pt>
    <dgm:pt modelId="{21C2D303-2CAE-435B-AC9B-4C0B9D6452CC}" type="pres">
      <dgm:prSet presAssocID="{873DD79E-21A2-4071-88B3-D74FF049DBF2}" presName="rootComposite" presStyleCnt="0"/>
      <dgm:spPr/>
    </dgm:pt>
    <dgm:pt modelId="{1359357D-AC17-47B3-A3C7-78DBE090BFE7}" type="pres">
      <dgm:prSet presAssocID="{873DD79E-21A2-4071-88B3-D74FF049DBF2}" presName="rootText" presStyleLbl="node2" presStyleIdx="1" presStyleCnt="3">
        <dgm:presLayoutVars>
          <dgm:chPref val="3"/>
        </dgm:presLayoutVars>
      </dgm:prSet>
      <dgm:spPr/>
    </dgm:pt>
    <dgm:pt modelId="{227C303C-DBBA-4AEC-BDBD-802CEE8CBB09}" type="pres">
      <dgm:prSet presAssocID="{873DD79E-21A2-4071-88B3-D74FF049DBF2}" presName="rootConnector" presStyleLbl="node2" presStyleIdx="1" presStyleCnt="3"/>
      <dgm:spPr/>
    </dgm:pt>
    <dgm:pt modelId="{A4836C1E-C841-4EAD-BB8D-E4E3AF0825D7}" type="pres">
      <dgm:prSet presAssocID="{873DD79E-21A2-4071-88B3-D74FF049DBF2}" presName="hierChild4" presStyleCnt="0"/>
      <dgm:spPr/>
    </dgm:pt>
    <dgm:pt modelId="{5E7443FB-29D2-42EE-A661-263D5972AB5B}" type="pres">
      <dgm:prSet presAssocID="{873DD79E-21A2-4071-88B3-D74FF049DBF2}" presName="hierChild5" presStyleCnt="0"/>
      <dgm:spPr/>
    </dgm:pt>
    <dgm:pt modelId="{F6D10819-F565-4B32-8396-121E44DDF757}" type="pres">
      <dgm:prSet presAssocID="{C9124914-CD47-42D2-95CF-50D4F6417C06}" presName="Name37" presStyleLbl="parChTrans1D2" presStyleIdx="2" presStyleCnt="3"/>
      <dgm:spPr/>
    </dgm:pt>
    <dgm:pt modelId="{E4E301CA-3678-47D7-A148-86C2EA2D4E73}" type="pres">
      <dgm:prSet presAssocID="{1AF338A6-1549-47A6-AA4D-CA7B032FBA6E}" presName="hierRoot2" presStyleCnt="0">
        <dgm:presLayoutVars>
          <dgm:hierBranch val="init"/>
        </dgm:presLayoutVars>
      </dgm:prSet>
      <dgm:spPr/>
    </dgm:pt>
    <dgm:pt modelId="{414447D9-305A-4849-81F8-0E8B5319C81F}" type="pres">
      <dgm:prSet presAssocID="{1AF338A6-1549-47A6-AA4D-CA7B032FBA6E}" presName="rootComposite" presStyleCnt="0"/>
      <dgm:spPr/>
    </dgm:pt>
    <dgm:pt modelId="{52F6E074-DCD4-4DFE-9B85-8A403EDE2543}" type="pres">
      <dgm:prSet presAssocID="{1AF338A6-1549-47A6-AA4D-CA7B032FBA6E}" presName="rootText" presStyleLbl="node2" presStyleIdx="2" presStyleCnt="3">
        <dgm:presLayoutVars>
          <dgm:chPref val="3"/>
        </dgm:presLayoutVars>
      </dgm:prSet>
      <dgm:spPr/>
    </dgm:pt>
    <dgm:pt modelId="{EC8F8B8D-DA05-49D1-BB44-8451FCA8023C}" type="pres">
      <dgm:prSet presAssocID="{1AF338A6-1549-47A6-AA4D-CA7B032FBA6E}" presName="rootConnector" presStyleLbl="node2" presStyleIdx="2" presStyleCnt="3"/>
      <dgm:spPr/>
    </dgm:pt>
    <dgm:pt modelId="{BEF8C3F7-E3F6-4460-8C48-DF55597A3438}" type="pres">
      <dgm:prSet presAssocID="{1AF338A6-1549-47A6-AA4D-CA7B032FBA6E}" presName="hierChild4" presStyleCnt="0"/>
      <dgm:spPr/>
    </dgm:pt>
    <dgm:pt modelId="{A2144D39-5E09-46DC-98F6-C90AAC11CC9F}" type="pres">
      <dgm:prSet presAssocID="{D03256D1-719C-4841-915B-F133805258CB}" presName="Name37" presStyleLbl="parChTrans1D3" presStyleIdx="14" presStyleCnt="15"/>
      <dgm:spPr/>
    </dgm:pt>
    <dgm:pt modelId="{2F1DCEE8-F8D9-423E-9E47-41D5375F5BB2}" type="pres">
      <dgm:prSet presAssocID="{F698221B-912B-418B-9744-CDEC4B3B6E55}" presName="hierRoot2" presStyleCnt="0">
        <dgm:presLayoutVars>
          <dgm:hierBranch val="init"/>
        </dgm:presLayoutVars>
      </dgm:prSet>
      <dgm:spPr/>
    </dgm:pt>
    <dgm:pt modelId="{E5F9B226-2550-4B11-B50E-8369C6B53DE8}" type="pres">
      <dgm:prSet presAssocID="{F698221B-912B-418B-9744-CDEC4B3B6E55}" presName="rootComposite" presStyleCnt="0"/>
      <dgm:spPr/>
    </dgm:pt>
    <dgm:pt modelId="{140EC5B0-65BF-44C6-B4C9-DBD77831584C}" type="pres">
      <dgm:prSet presAssocID="{F698221B-912B-418B-9744-CDEC4B3B6E55}" presName="rootText" presStyleLbl="node3" presStyleIdx="14" presStyleCnt="15">
        <dgm:presLayoutVars>
          <dgm:chPref val="3"/>
        </dgm:presLayoutVars>
      </dgm:prSet>
      <dgm:spPr/>
    </dgm:pt>
    <dgm:pt modelId="{3B7BC0D6-BFFD-49C8-908E-C83848DB7B89}" type="pres">
      <dgm:prSet presAssocID="{F698221B-912B-418B-9744-CDEC4B3B6E55}" presName="rootConnector" presStyleLbl="node3" presStyleIdx="14" presStyleCnt="15"/>
      <dgm:spPr/>
    </dgm:pt>
    <dgm:pt modelId="{3F9DA684-C2B7-4E0C-996C-B41F2192DE6B}" type="pres">
      <dgm:prSet presAssocID="{F698221B-912B-418B-9744-CDEC4B3B6E55}" presName="hierChild4" presStyleCnt="0"/>
      <dgm:spPr/>
    </dgm:pt>
    <dgm:pt modelId="{16E1EE81-B774-4D34-A4D7-AA3B57A901D3}" type="pres">
      <dgm:prSet presAssocID="{F698221B-912B-418B-9744-CDEC4B3B6E55}" presName="hierChild5" presStyleCnt="0"/>
      <dgm:spPr/>
    </dgm:pt>
    <dgm:pt modelId="{6665AC81-7C17-433D-9EDA-BD03A845510B}" type="pres">
      <dgm:prSet presAssocID="{1AF338A6-1549-47A6-AA4D-CA7B032FBA6E}" presName="hierChild5" presStyleCnt="0"/>
      <dgm:spPr/>
    </dgm:pt>
    <dgm:pt modelId="{3AD0FC2E-83D4-4313-9CD3-F5BB94CBA418}" type="pres">
      <dgm:prSet presAssocID="{7573C175-CFD1-4FB0-9F26-6D0B4DC84DE9}" presName="hierChild3" presStyleCnt="0"/>
      <dgm:spPr/>
    </dgm:pt>
  </dgm:ptLst>
  <dgm:cxnLst>
    <dgm:cxn modelId="{C7174004-0E4F-4369-8B29-F37269A514A8}" srcId="{39752861-81EB-44A6-A4F4-1B993E0D2F60}" destId="{7573C175-CFD1-4FB0-9F26-6D0B4DC84DE9}" srcOrd="1" destOrd="0" parTransId="{4506D1F9-33D2-4A25-8AA0-E48C48EE0639}" sibTransId="{037198B1-2479-46EF-A5B7-B7074774D903}"/>
    <dgm:cxn modelId="{FEE85604-B1BC-43F0-AE79-994302FF8852}" type="presOf" srcId="{BF9D1A21-D597-4823-AE5B-CB338D9EDE89}" destId="{BB3EEC96-37AF-4609-B9CF-78CE525DE740}" srcOrd="0" destOrd="0" presId="urn:microsoft.com/office/officeart/2005/8/layout/orgChart1"/>
    <dgm:cxn modelId="{279F8309-B400-4489-8EC6-74E7864C1C1C}" type="presOf" srcId="{5583B974-F762-4C5E-9684-6058EC3EA1D3}" destId="{81EEDAF5-6C0E-4B4C-9B93-796B5B32144F}" srcOrd="0" destOrd="0" presId="urn:microsoft.com/office/officeart/2005/8/layout/orgChart1"/>
    <dgm:cxn modelId="{EE731F0A-453E-40EC-A628-99B36C8D4981}" type="presOf" srcId="{424BD3B6-A8A9-4CBB-A060-0C496EC85D05}" destId="{AF3AE31D-62A4-4560-8038-C76B418668E0}" srcOrd="0" destOrd="0" presId="urn:microsoft.com/office/officeart/2005/8/layout/orgChart1"/>
    <dgm:cxn modelId="{1C8A3F0D-8E08-4EF5-B694-0D323C03ADFC}" type="presOf" srcId="{11B2D781-F44B-48CC-80CD-E11646F3B3D1}" destId="{B9064B5C-0715-4E7A-B8CF-080278AE964B}" srcOrd="1" destOrd="0" presId="urn:microsoft.com/office/officeart/2005/8/layout/orgChart1"/>
    <dgm:cxn modelId="{599C710F-5942-4AAB-9BF6-5BD413BF4D54}" type="presOf" srcId="{209B33BB-DBE1-4E2D-9CB3-58DA2149B93B}" destId="{2386BD9A-D02F-4A8F-8A5B-46469267662A}" srcOrd="1" destOrd="0" presId="urn:microsoft.com/office/officeart/2005/8/layout/orgChart1"/>
    <dgm:cxn modelId="{603D7710-A2BD-46DD-958B-8D861DF5F8AF}" type="presOf" srcId="{C3E39577-46E3-43B5-A2C5-5CE82AB7EECA}" destId="{FEF5C3E8-29A7-416B-8221-F7B41ED8D240}" srcOrd="0" destOrd="0" presId="urn:microsoft.com/office/officeart/2005/8/layout/orgChart1"/>
    <dgm:cxn modelId="{FE067910-61EE-4682-901D-23E82CB55CF5}" type="presOf" srcId="{9F99E71A-1EDC-4AF1-9C30-83CEF903D526}" destId="{A280205F-5BAF-4C59-AC07-C3CCE3FBEF53}" srcOrd="0" destOrd="0" presId="urn:microsoft.com/office/officeart/2005/8/layout/orgChart1"/>
    <dgm:cxn modelId="{5272A610-A758-41E2-A27E-13B31DC73445}" type="presOf" srcId="{032FC96D-2F24-42E0-AFE8-8C6BF8809E7F}" destId="{A0866FC0-0E42-49E9-989C-9C258DA75B0B}" srcOrd="1" destOrd="0" presId="urn:microsoft.com/office/officeart/2005/8/layout/orgChart1"/>
    <dgm:cxn modelId="{29BBB916-E9C4-446B-8E2C-4A7C61022923}" srcId="{7573C175-CFD1-4FB0-9F26-6D0B4DC84DE9}" destId="{1AF338A6-1549-47A6-AA4D-CA7B032FBA6E}" srcOrd="2" destOrd="0" parTransId="{C9124914-CD47-42D2-95CF-50D4F6417C06}" sibTransId="{1B48EA5E-3E79-4971-B727-3126D72A3E61}"/>
    <dgm:cxn modelId="{C73B5C19-CCA5-4C84-B863-95F7F65C21EF}" type="presOf" srcId="{5B5C7918-6B1B-47FF-BE5E-04EB1A833BDC}" destId="{C33BDF6A-3001-4A68-93AF-A20F75FF15AF}" srcOrd="1" destOrd="0" presId="urn:microsoft.com/office/officeart/2005/8/layout/orgChart1"/>
    <dgm:cxn modelId="{E4CB2C1C-260B-4ADE-B65E-0E037A768B5B}" type="presOf" srcId="{5659B72C-C3B3-49A1-A0E3-414B4F507CF6}" destId="{D05EB002-9620-436B-A1E6-CD20EBED98C4}" srcOrd="1" destOrd="0" presId="urn:microsoft.com/office/officeart/2005/8/layout/orgChart1"/>
    <dgm:cxn modelId="{D912631D-BBCA-425B-BCF7-47533172DBDF}" srcId="{7573C175-CFD1-4FB0-9F26-6D0B4DC84DE9}" destId="{3D5D56A9-A79F-4790-9014-2529D940A18D}" srcOrd="0" destOrd="0" parTransId="{538842AA-A761-495E-8550-C9A40A97E47D}" sibTransId="{9DBA6A59-5E29-45AC-B088-2E14769B5BF7}"/>
    <dgm:cxn modelId="{1B138C1D-0A99-463C-8193-381BB78110C3}" type="presOf" srcId="{BA45ACFA-F7A6-4AC7-B32E-9BD0278DFD68}" destId="{D24D3F32-E764-453B-9FEF-DF3139CCF7D7}" srcOrd="1" destOrd="0" presId="urn:microsoft.com/office/officeart/2005/8/layout/orgChart1"/>
    <dgm:cxn modelId="{FC5EC820-AFAB-4074-A5BF-C386F8571564}" type="presOf" srcId="{DD11B1B4-5BDA-48CD-8FED-47D19866E1D1}" destId="{5EB502EB-89D6-4CDA-A0D6-5BE8792B3535}" srcOrd="1" destOrd="0" presId="urn:microsoft.com/office/officeart/2005/8/layout/orgChart1"/>
    <dgm:cxn modelId="{C4D99827-EF3A-4AA8-9700-55E0C09A6605}" type="presOf" srcId="{FB760D39-D403-4BF0-A67C-27A826707B83}" destId="{19C70DE6-0F1E-4D6D-9821-7B5C4A4BD7DB}" srcOrd="0" destOrd="0" presId="urn:microsoft.com/office/officeart/2005/8/layout/orgChart1"/>
    <dgm:cxn modelId="{FBCECC27-6F74-460A-AA56-0160C14A13BA}" srcId="{3D5D56A9-A79F-4790-9014-2529D940A18D}" destId="{E9CE60D0-9BBE-472D-8B8A-02C9BEF15C08}" srcOrd="0" destOrd="0" parTransId="{70FE7649-38D1-4E19-AFA2-BE82266EB7E1}" sibTransId="{7C975208-FDAC-4A64-824A-F020FA07E7D7}"/>
    <dgm:cxn modelId="{41166628-B25D-4570-9CCA-5B90BBB1DED1}" type="presOf" srcId="{67C22120-B4CB-4ECC-8DE2-77617038A8CF}" destId="{CBBC39B4-2DCE-4544-97E6-9B1626F85D45}" srcOrd="0" destOrd="0" presId="urn:microsoft.com/office/officeart/2005/8/layout/orgChart1"/>
    <dgm:cxn modelId="{F0B4252A-B7B2-4C6C-9FCB-6C745F522337}" srcId="{9140D928-DD2F-49A2-848D-84BE1F2E9E7B}" destId="{032FC96D-2F24-42E0-AFE8-8C6BF8809E7F}" srcOrd="2" destOrd="0" parTransId="{3A86D18B-45FD-4D84-9D56-A517F966FBEF}" sibTransId="{85140E37-FECB-4D0C-B9C7-D994FF85E108}"/>
    <dgm:cxn modelId="{72FC542C-2500-41BD-A700-1308536C7E65}" type="presOf" srcId="{1AF338A6-1549-47A6-AA4D-CA7B032FBA6E}" destId="{EC8F8B8D-DA05-49D1-BB44-8451FCA8023C}" srcOrd="1" destOrd="0" presId="urn:microsoft.com/office/officeart/2005/8/layout/orgChart1"/>
    <dgm:cxn modelId="{7C0C942C-FB80-4286-8A0F-68866F7494F9}" type="presOf" srcId="{7573C175-CFD1-4FB0-9F26-6D0B4DC84DE9}" destId="{07FE80DB-239C-4530-838E-336BD0CA93C7}" srcOrd="1" destOrd="0" presId="urn:microsoft.com/office/officeart/2005/8/layout/orgChart1"/>
    <dgm:cxn modelId="{44B6E82C-D856-47A6-8C7D-7BBB1701EDB0}" srcId="{3D5D56A9-A79F-4790-9014-2529D940A18D}" destId="{9140D928-DD2F-49A2-848D-84BE1F2E9E7B}" srcOrd="1" destOrd="0" parTransId="{0E56A048-8B6D-4791-AAA6-F430CE45795D}" sibTransId="{6F258649-9798-450C-A10D-43A5B566E90B}"/>
    <dgm:cxn modelId="{FD87382E-BEF7-4BCD-8A56-36BEF1910EC6}" srcId="{7573C175-CFD1-4FB0-9F26-6D0B4DC84DE9}" destId="{873DD79E-21A2-4071-88B3-D74FF049DBF2}" srcOrd="1" destOrd="0" parTransId="{B13582E9-97A8-44D8-84AB-D3EBB7AB0263}" sibTransId="{B983858B-4DC1-4380-BCBD-986EA92E8782}"/>
    <dgm:cxn modelId="{DB22D52F-8A4F-4536-B4FC-2A74E4309A8F}" type="presOf" srcId="{538842AA-A761-495E-8550-C9A40A97E47D}" destId="{4C8500BC-314A-4681-8B8D-070ABB5ADD4A}" srcOrd="0" destOrd="0" presId="urn:microsoft.com/office/officeart/2005/8/layout/orgChart1"/>
    <dgm:cxn modelId="{32745830-4A42-40E4-8986-4E738CB06FFC}" type="presOf" srcId="{BB315AD5-2FB1-42FB-BA22-FA54B6B2CFB3}" destId="{2D5426BD-856D-4192-9A11-82D61258FC98}" srcOrd="0" destOrd="0" presId="urn:microsoft.com/office/officeart/2005/8/layout/orgChart1"/>
    <dgm:cxn modelId="{AFD95B31-23B9-4315-B280-D27A4995B475}" type="presOf" srcId="{063F3739-BC0A-435A-9EB6-8A21997EDA1B}" destId="{415B622E-82A6-4438-85E0-F5101F9614D6}" srcOrd="0" destOrd="0" presId="urn:microsoft.com/office/officeart/2005/8/layout/orgChart1"/>
    <dgm:cxn modelId="{3B153633-0EB7-4112-96B0-8052F2C828D9}" type="presOf" srcId="{123A822B-2BAB-4025-8B48-76EDD42B371D}" destId="{BE068453-5658-4EAD-A2F7-3D879C2DF2F5}" srcOrd="1" destOrd="0" presId="urn:microsoft.com/office/officeart/2005/8/layout/orgChart1"/>
    <dgm:cxn modelId="{D6DB4137-A2FB-4C76-899B-229630285377}" srcId="{3D5D56A9-A79F-4790-9014-2529D940A18D}" destId="{5EC286D5-17F5-439A-8BB5-EA2C3CBF67B5}" srcOrd="11" destOrd="0" parTransId="{3E97F6D6-DAE7-4D97-8706-019CE13B380D}" sibTransId="{493AB5E5-DC0F-45FD-8CFD-83883D0D89CF}"/>
    <dgm:cxn modelId="{A46E1138-F19F-4956-A7EE-B5B902C32CA0}" type="presOf" srcId="{68AAF24E-BC9F-4707-B7D5-AC05F97EA87F}" destId="{AE0199A6-1794-46CD-8CE9-51E529F2005F}" srcOrd="0" destOrd="0" presId="urn:microsoft.com/office/officeart/2005/8/layout/orgChart1"/>
    <dgm:cxn modelId="{A6202738-15BE-4161-ACE7-A605DCCF578D}" type="presOf" srcId="{3D5D56A9-A79F-4790-9014-2529D940A18D}" destId="{48003A9B-3946-417C-AE35-80F358969815}" srcOrd="0" destOrd="0" presId="urn:microsoft.com/office/officeart/2005/8/layout/orgChart1"/>
    <dgm:cxn modelId="{78D95A38-2577-42E5-950F-04B7D5CCB81C}" type="presOf" srcId="{BB315AD5-2FB1-42FB-BA22-FA54B6B2CFB3}" destId="{A5637322-6C0D-4606-81B8-C3E35357D7F2}" srcOrd="1" destOrd="0" presId="urn:microsoft.com/office/officeart/2005/8/layout/orgChart1"/>
    <dgm:cxn modelId="{64B24F39-16A3-4C46-B1BB-5CD9EAD7D460}" type="presOf" srcId="{2A83F1ED-7098-44F5-8A8B-6C52EFF14AE3}" destId="{879643B0-BF6E-44C2-8134-E91ADAEC85C2}" srcOrd="0" destOrd="0" presId="urn:microsoft.com/office/officeart/2005/8/layout/orgChart1"/>
    <dgm:cxn modelId="{B8F1E93B-A137-46CF-AFFE-6B98F8B66885}" type="presOf" srcId="{6C0BE91A-5E76-4F38-890E-A9642487B5F1}" destId="{48D77443-0F98-45F8-974F-5773076D283F}" srcOrd="1" destOrd="0" presId="urn:microsoft.com/office/officeart/2005/8/layout/orgChart1"/>
    <dgm:cxn modelId="{4EF4283C-EB76-4155-8FB4-E2BBD13C19C9}" type="presOf" srcId="{032FC96D-2F24-42E0-AFE8-8C6BF8809E7F}" destId="{10963EB1-C7BD-482E-AFD0-3A15DFB66449}" srcOrd="0" destOrd="0" presId="urn:microsoft.com/office/officeart/2005/8/layout/orgChart1"/>
    <dgm:cxn modelId="{0373593C-EBBD-455B-9986-DC0E0A4B66B2}" type="presOf" srcId="{67C22120-B4CB-4ECC-8DE2-77617038A8CF}" destId="{1FC6E229-E7DC-4656-A38D-6EF1B215AFF8}" srcOrd="1" destOrd="0" presId="urn:microsoft.com/office/officeart/2005/8/layout/orgChart1"/>
    <dgm:cxn modelId="{736D2B3E-0781-4149-B85C-08ADEB21F9CB}" type="presOf" srcId="{5EC286D5-17F5-439A-8BB5-EA2C3CBF67B5}" destId="{64502D91-D7E5-429A-9E3C-20DFA42BA3D9}" srcOrd="0" destOrd="0" presId="urn:microsoft.com/office/officeart/2005/8/layout/orgChart1"/>
    <dgm:cxn modelId="{34B5B05C-7AC6-4FDC-B1C8-62E9D1324410}" type="presOf" srcId="{FCE17B64-37E6-467B-9FCC-E6B361DFD288}" destId="{2C693DA3-4C5F-4AD2-930A-A578ED36D510}" srcOrd="1" destOrd="0" presId="urn:microsoft.com/office/officeart/2005/8/layout/orgChart1"/>
    <dgm:cxn modelId="{4EF7F75D-273D-4568-8264-C76164C70F97}" type="presOf" srcId="{3E97F6D6-DAE7-4D97-8706-019CE13B380D}" destId="{7EEAF5B2-2107-4B3C-953B-299E7DC72DCE}" srcOrd="0" destOrd="0" presId="urn:microsoft.com/office/officeart/2005/8/layout/orgChart1"/>
    <dgm:cxn modelId="{BE550341-C822-463B-B1AF-BEBD04EE58A9}" type="presOf" srcId="{6B018324-4AEC-408F-BE5B-4525C1ED28D1}" destId="{DA5E2A0D-1B0A-4202-ABD3-266B3C03FF9D}" srcOrd="0" destOrd="0" presId="urn:microsoft.com/office/officeart/2005/8/layout/orgChart1"/>
    <dgm:cxn modelId="{1E646462-5DA5-49A5-9FCF-F802F1EC2824}" srcId="{3D5D56A9-A79F-4790-9014-2529D940A18D}" destId="{11B2D781-F44B-48CC-80CD-E11646F3B3D1}" srcOrd="5" destOrd="0" parTransId="{CDD7221D-D993-45DD-9E5C-EDF8A74A9338}" sibTransId="{F963E271-942B-440C-8F24-4D1041557C6C}"/>
    <dgm:cxn modelId="{6E06EA45-961D-4A04-81E0-5F90536AB1F4}" type="presOf" srcId="{8646DED4-DCAF-4F2C-9F4C-537D57DDC748}" destId="{6B7E0D93-EA02-497B-B9CF-C4E6394C28C8}" srcOrd="0" destOrd="0" presId="urn:microsoft.com/office/officeart/2005/8/layout/orgChart1"/>
    <dgm:cxn modelId="{32845246-8B57-46CB-8C2D-EF7ECE118FE9}" type="presOf" srcId="{CB061AF2-BDC3-4898-8599-B73E77CEB59C}" destId="{A2102E89-8D98-4B45-8E99-FD9DB792036A}" srcOrd="0" destOrd="0" presId="urn:microsoft.com/office/officeart/2005/8/layout/orgChart1"/>
    <dgm:cxn modelId="{02D53C47-754C-4AAA-A9B4-7E2039CD7C59}" srcId="{3D5D56A9-A79F-4790-9014-2529D940A18D}" destId="{CB061AF2-BDC3-4898-8599-B73E77CEB59C}" srcOrd="7" destOrd="0" parTransId="{6B018324-4AEC-408F-BE5B-4525C1ED28D1}" sibTransId="{4180C830-AF3A-4A3B-ABDF-E1AFC1C32F4D}"/>
    <dgm:cxn modelId="{C2DE0348-02CB-445B-9D36-6F81D34AA77F}" type="presOf" srcId="{1410A4E7-7165-4F5D-99F1-E96BFBA9A6FF}" destId="{DC9585E7-DB2E-4D39-8F7C-3004C447DFDD}" srcOrd="1" destOrd="0" presId="urn:microsoft.com/office/officeart/2005/8/layout/orgChart1"/>
    <dgm:cxn modelId="{AD988148-C480-4E4C-958C-A9A4EB80D844}" type="presOf" srcId="{0E56A048-8B6D-4791-AAA6-F430CE45795D}" destId="{E311C20C-BE9C-4C71-B4EB-B39E72FC09DE}" srcOrd="0" destOrd="0" presId="urn:microsoft.com/office/officeart/2005/8/layout/orgChart1"/>
    <dgm:cxn modelId="{F1217D4C-1F42-4A3C-9397-D7DD20271AFD}" type="presOf" srcId="{D03256D1-719C-4841-915B-F133805258CB}" destId="{A2144D39-5E09-46DC-98F6-C90AAC11CC9F}" srcOrd="0" destOrd="0" presId="urn:microsoft.com/office/officeart/2005/8/layout/orgChart1"/>
    <dgm:cxn modelId="{31199D4C-0B50-419C-BD36-0D0EB94E0BD6}" type="presOf" srcId="{3D5D56A9-A79F-4790-9014-2529D940A18D}" destId="{FA502FE5-6601-455C-A28C-042888A25725}" srcOrd="1" destOrd="0" presId="urn:microsoft.com/office/officeart/2005/8/layout/orgChart1"/>
    <dgm:cxn modelId="{759B644D-18FD-4461-91E1-F05233CB9FA3}" srcId="{39752861-81EB-44A6-A4F4-1B993E0D2F60}" destId="{5E380AF1-471F-4A4F-97D4-A85BF668663B}" srcOrd="0" destOrd="0" parTransId="{FBE0D7B8-CC3B-4094-927E-67545398E258}" sibTransId="{A9BCC24C-20E1-40BD-BE60-065DB2B44A42}"/>
    <dgm:cxn modelId="{654CCB6D-C1C5-4714-B2D6-77B5E1F90393}" srcId="{1AF338A6-1549-47A6-AA4D-CA7B032FBA6E}" destId="{F698221B-912B-418B-9744-CDEC4B3B6E55}" srcOrd="0" destOrd="0" parTransId="{D03256D1-719C-4841-915B-F133805258CB}" sibTransId="{225BD46C-3D38-40C9-A6BA-E34DB8268042}"/>
    <dgm:cxn modelId="{9AE1426E-E81A-4B78-80AF-1F52EEF83BEE}" type="presOf" srcId="{68AAF24E-BC9F-4707-B7D5-AC05F97EA87F}" destId="{67A59032-8A74-4FFB-9436-995CEDC2073C}" srcOrd="1" destOrd="0" presId="urn:microsoft.com/office/officeart/2005/8/layout/orgChart1"/>
    <dgm:cxn modelId="{C6B3C44F-DE8B-46EA-9AF6-F070021207EF}" srcId="{FCE17B64-37E6-467B-9FCC-E6B361DFD288}" destId="{2C958B63-1C45-4F16-BBB0-8FE9CCCE8A9B}" srcOrd="0" destOrd="0" parTransId="{D9F6A6BF-9556-4BB7-9F4B-144C021BC9F5}" sibTransId="{3849C5AE-FBF2-40C9-9EA5-4DAA4D6E4BD9}"/>
    <dgm:cxn modelId="{0C0FE453-56B3-4ABE-835F-36D740C85D6F}" type="presOf" srcId="{063F3739-BC0A-435A-9EB6-8A21997EDA1B}" destId="{575E7E9D-150C-4AA8-9FB5-667140613293}" srcOrd="1" destOrd="0" presId="urn:microsoft.com/office/officeart/2005/8/layout/orgChart1"/>
    <dgm:cxn modelId="{382B4C55-B72A-4BB2-BFE5-A7041F5AB4F8}" type="presOf" srcId="{9140D928-DD2F-49A2-848D-84BE1F2E9E7B}" destId="{C5977D11-6FBA-4F15-AD12-B65802A8C68C}" srcOrd="1" destOrd="0" presId="urn:microsoft.com/office/officeart/2005/8/layout/orgChart1"/>
    <dgm:cxn modelId="{6F493576-5EB2-4504-AC36-85B4234910F2}" type="presOf" srcId="{6C0BE91A-5E76-4F38-890E-A9642487B5F1}" destId="{D116C598-2088-42A9-A2FC-8877B2798C08}" srcOrd="0" destOrd="0" presId="urn:microsoft.com/office/officeart/2005/8/layout/orgChart1"/>
    <dgm:cxn modelId="{2C054857-DA57-4D15-9A71-253EFEF4DD0B}" type="presOf" srcId="{209B33BB-DBE1-4E2D-9CB3-58DA2149B93B}" destId="{44A35D14-7D11-4522-A5F0-489014CF1039}" srcOrd="0" destOrd="0" presId="urn:microsoft.com/office/officeart/2005/8/layout/orgChart1"/>
    <dgm:cxn modelId="{72B5FF57-35A4-442D-BAE1-FBB1B7A3189D}" srcId="{50073632-72CA-4676-8E03-649FB4979043}" destId="{DD11B1B4-5BDA-48CD-8FED-47D19866E1D1}" srcOrd="1" destOrd="0" parTransId="{2A83F1ED-7098-44F5-8A8B-6C52EFF14AE3}" sibTransId="{926BBB54-85AC-46A3-A64A-57C986DAC5D6}"/>
    <dgm:cxn modelId="{9DE2205A-F39D-451D-BBE0-4AC4024CF812}" type="presOf" srcId="{22D394B6-4BFC-4C1F-B60E-331B14E14E30}" destId="{9456750D-D4F3-428F-AB05-089E41D9DE97}" srcOrd="1" destOrd="0" presId="urn:microsoft.com/office/officeart/2005/8/layout/orgChart1"/>
    <dgm:cxn modelId="{679F2C7C-611B-44FC-A869-AD9B41F1C8C8}" type="presOf" srcId="{39752861-81EB-44A6-A4F4-1B993E0D2F60}" destId="{EA3D2DAB-CFE7-40E1-8C51-984E5A9C50D6}" srcOrd="0" destOrd="0" presId="urn:microsoft.com/office/officeart/2005/8/layout/orgChart1"/>
    <dgm:cxn modelId="{F985FE7F-6249-4355-8E5D-E3E96A9A52F7}" type="presOf" srcId="{CDD7221D-D993-45DD-9E5C-EDF8A74A9338}" destId="{A69AA294-CAE5-4E7E-9252-68BD449B6346}" srcOrd="0" destOrd="0" presId="urn:microsoft.com/office/officeart/2005/8/layout/orgChart1"/>
    <dgm:cxn modelId="{2E293781-879B-4333-A489-93266CDA420D}" type="presOf" srcId="{955EE0AF-02E3-4E8C-859F-C1C15A021E0D}" destId="{820B1F5D-E04F-46BC-A6F6-7773E777E2CD}" srcOrd="0" destOrd="0" presId="urn:microsoft.com/office/officeart/2005/8/layout/orgChart1"/>
    <dgm:cxn modelId="{72849183-FA42-4578-925F-58D259344DAF}" type="presOf" srcId="{1AF338A6-1549-47A6-AA4D-CA7B032FBA6E}" destId="{52F6E074-DCD4-4DFE-9B85-8A403EDE2543}" srcOrd="0" destOrd="0" presId="urn:microsoft.com/office/officeart/2005/8/layout/orgChart1"/>
    <dgm:cxn modelId="{26BE9184-51A6-4529-A908-5BEA32C277DC}" type="presOf" srcId="{E9CE60D0-9BBE-472D-8B8A-02C9BEF15C08}" destId="{B49693C9-FB67-49ED-90C8-0BEBB0BBA967}" srcOrd="1" destOrd="0" presId="urn:microsoft.com/office/officeart/2005/8/layout/orgChart1"/>
    <dgm:cxn modelId="{605BE885-62ED-4E9D-BA4C-D49A68242103}" type="presOf" srcId="{DD11B1B4-5BDA-48CD-8FED-47D19866E1D1}" destId="{21BC039D-4E59-4473-8076-3A16409E9F0E}" srcOrd="0" destOrd="0" presId="urn:microsoft.com/office/officeart/2005/8/layout/orgChart1"/>
    <dgm:cxn modelId="{F1E6FD8D-0D7E-4426-B400-9EF5934EE321}" type="presOf" srcId="{BEE12C18-E9C5-4AE7-B103-78CCA923C11A}" destId="{02C046B8-37A1-4843-ABE7-2AB1C9BDCD14}" srcOrd="0" destOrd="0" presId="urn:microsoft.com/office/officeart/2005/8/layout/orgChart1"/>
    <dgm:cxn modelId="{E9B7FA8F-3270-47F0-B2A8-3CE0AF2AA069}" type="presOf" srcId="{3A86D18B-45FD-4D84-9D56-A517F966FBEF}" destId="{E447CF1E-6EF7-4CDB-BDC7-2FD1556337F7}" srcOrd="0" destOrd="0" presId="urn:microsoft.com/office/officeart/2005/8/layout/orgChart1"/>
    <dgm:cxn modelId="{1438CC90-70E6-41E6-B6FD-D06479F1F039}" srcId="{209B33BB-DBE1-4E2D-9CB3-58DA2149B93B}" destId="{9F99E71A-1EDC-4AF1-9C30-83CEF903D526}" srcOrd="0" destOrd="0" parTransId="{BEE12C18-E9C5-4AE7-B103-78CCA923C11A}" sibTransId="{44CC663E-EB26-4E70-A28A-6BE59964E9F2}"/>
    <dgm:cxn modelId="{F50E7A91-2E78-4B6D-997A-7F97BD5371ED}" srcId="{3D5D56A9-A79F-4790-9014-2529D940A18D}" destId="{67C22120-B4CB-4ECC-8DE2-77617038A8CF}" srcOrd="4" destOrd="0" parTransId="{ADCC0CF3-4613-4E2D-8AC0-B05BA1018AB4}" sibTransId="{775B6124-FBC6-41F7-883F-A217E56372D3}"/>
    <dgm:cxn modelId="{1BE8F091-29F5-4832-93D2-51705B9F2597}" type="presOf" srcId="{E0935A21-294A-467A-8CAD-5EE6DFF06C6B}" destId="{CF97990D-E44B-4305-9D2F-56D09168983C}" srcOrd="0" destOrd="0" presId="urn:microsoft.com/office/officeart/2005/8/layout/orgChart1"/>
    <dgm:cxn modelId="{57462A92-3EFD-4CD0-81A1-26BEE4F9D9DA}" srcId="{3D5D56A9-A79F-4790-9014-2529D940A18D}" destId="{6C0BE91A-5E76-4F38-890E-A9642487B5F1}" srcOrd="12" destOrd="0" parTransId="{ADF3E8AD-F0AB-476E-8897-C83989B943EE}" sibTransId="{8A9E3F55-B90B-4B24-BDFE-3EDD35CE9937}"/>
    <dgm:cxn modelId="{937F9D94-7600-40FA-8353-78A08A84E861}" type="presOf" srcId="{9BDD6995-F3E6-43C0-9CF1-A9CAB20CE6C2}" destId="{E8030F53-8940-47D5-8AD2-E37A55E9B5B0}" srcOrd="0" destOrd="0" presId="urn:microsoft.com/office/officeart/2005/8/layout/orgChart1"/>
    <dgm:cxn modelId="{B3592C95-C1C7-4F05-81DC-F7F36E6A224B}" srcId="{3D5D56A9-A79F-4790-9014-2529D940A18D}" destId="{BB315AD5-2FB1-42FB-BA22-FA54B6B2CFB3}" srcOrd="10" destOrd="0" parTransId="{424BD3B6-A8A9-4CBB-A060-0C496EC85D05}" sibTransId="{85F91A39-7BF8-4899-9A08-1C85F7737CD4}"/>
    <dgm:cxn modelId="{34E45A98-C316-4B77-BC9D-4E451D151503}" srcId="{3D5D56A9-A79F-4790-9014-2529D940A18D}" destId="{1410A4E7-7165-4F5D-99F1-E96BFBA9A6FF}" srcOrd="13" destOrd="0" parTransId="{6DEF0418-1474-485E-A7BC-DC4270EAD014}" sibTransId="{F980B3C1-AC31-4E90-A454-75D9E502AA11}"/>
    <dgm:cxn modelId="{C5BC529C-3072-4184-A268-A57FEE3E06D2}" type="presOf" srcId="{B13582E9-97A8-44D8-84AB-D3EBB7AB0263}" destId="{291E0525-CFA2-4914-B9E9-D0B3E0207EE1}" srcOrd="0" destOrd="0" presId="urn:microsoft.com/office/officeart/2005/8/layout/orgChart1"/>
    <dgm:cxn modelId="{E9C8B59D-F34B-469C-BBD2-CD795335660F}" srcId="{BB315AD5-2FB1-42FB-BA22-FA54B6B2CFB3}" destId="{5659B72C-C3B3-49A1-A0E3-414B4F507CF6}" srcOrd="2" destOrd="0" parTransId="{FA002728-84F4-4696-AB91-A0BB5B2CF960}" sibTransId="{FC0953DE-F5C0-4A68-9E71-F80D566ED6BE}"/>
    <dgm:cxn modelId="{4E9408A0-EF80-4F9F-B42E-7E7E6BF8FA83}" srcId="{3D5D56A9-A79F-4790-9014-2529D940A18D}" destId="{50073632-72CA-4676-8E03-649FB4979043}" srcOrd="3" destOrd="0" parTransId="{955EE0AF-02E3-4E8C-859F-C1C15A021E0D}" sibTransId="{781D9A89-B677-416F-BDE2-1F31745C229A}"/>
    <dgm:cxn modelId="{7C4929A0-C1F2-4D3B-AC9F-C50B90273588}" type="presOf" srcId="{5E380AF1-471F-4A4F-97D4-A85BF668663B}" destId="{DC1BFDD9-ADF0-4180-A750-41FAC77B4838}" srcOrd="1" destOrd="0" presId="urn:microsoft.com/office/officeart/2005/8/layout/orgChart1"/>
    <dgm:cxn modelId="{526D8BA3-515F-42AB-88E3-7FE727BD75CF}" type="presOf" srcId="{ADCC0CF3-4613-4E2D-8AC0-B05BA1018AB4}" destId="{7071B268-C64E-48E1-8E2D-7A504CACE7B7}" srcOrd="0" destOrd="0" presId="urn:microsoft.com/office/officeart/2005/8/layout/orgChart1"/>
    <dgm:cxn modelId="{DB77F7A4-8B82-481B-BFE0-87D42C5B6E48}" type="presOf" srcId="{FA002728-84F4-4696-AB91-A0BB5B2CF960}" destId="{F4FA8EF9-71D2-4B17-9E53-578635D66AA0}" srcOrd="0" destOrd="0" presId="urn:microsoft.com/office/officeart/2005/8/layout/orgChart1"/>
    <dgm:cxn modelId="{B2EC8AA5-9D83-4AE8-8CDD-7801C52137CA}" srcId="{3D5D56A9-A79F-4790-9014-2529D940A18D}" destId="{8646DED4-DCAF-4F2C-9F4C-537D57DDC748}" srcOrd="2" destOrd="0" parTransId="{5FF6B22A-E2EB-4EBB-9596-3049B2415104}" sibTransId="{9F0984D1-F10F-414C-A077-51DD24FB77D6}"/>
    <dgm:cxn modelId="{14A3FFAB-E048-4E60-ADF0-899BB0A81E43}" type="presOf" srcId="{F698221B-912B-418B-9744-CDEC4B3B6E55}" destId="{3B7BC0D6-BFFD-49C8-908E-C83848DB7B89}" srcOrd="1" destOrd="0" presId="urn:microsoft.com/office/officeart/2005/8/layout/orgChart1"/>
    <dgm:cxn modelId="{0E610EAC-9349-4531-89AD-B4F35F14AD8F}" type="presOf" srcId="{5FF6B22A-E2EB-4EBB-9596-3049B2415104}" destId="{DCC7DE06-AA00-4C1D-A2AB-516B34A21EA6}" srcOrd="0" destOrd="0" presId="urn:microsoft.com/office/officeart/2005/8/layout/orgChart1"/>
    <dgm:cxn modelId="{2D1F4EAE-2003-4779-82AD-C3CB547F09CA}" type="presOf" srcId="{11B2D781-F44B-48CC-80CD-E11646F3B3D1}" destId="{70A4FE41-4DD0-4E12-A38F-18DCA1571B18}" srcOrd="0" destOrd="0" presId="urn:microsoft.com/office/officeart/2005/8/layout/orgChart1"/>
    <dgm:cxn modelId="{49A4CEAE-BF39-43F6-924F-DF190F9E19F7}" srcId="{9140D928-DD2F-49A2-848D-84BE1F2E9E7B}" destId="{FCE17B64-37E6-467B-9FCC-E6B361DFD288}" srcOrd="1" destOrd="0" parTransId="{C3E39577-46E3-43B5-A2C5-5CE82AB7EECA}" sibTransId="{88DFC1F3-FE00-4951-B8F4-2E921C9AA061}"/>
    <dgm:cxn modelId="{84857CB0-4FF2-4429-AEE2-12D14D736192}" type="presOf" srcId="{2C958B63-1C45-4F16-BBB0-8FE9CCCE8A9B}" destId="{3AA3F9FE-9F15-4662-A405-51D579585E60}" srcOrd="0" destOrd="0" presId="urn:microsoft.com/office/officeart/2005/8/layout/orgChart1"/>
    <dgm:cxn modelId="{7E7352B3-7A3E-4866-B791-7AAE8057296C}" type="presOf" srcId="{2C958B63-1C45-4F16-BBB0-8FE9CCCE8A9B}" destId="{BF01D0D3-39BF-4E5E-BE20-AF291F6ADA83}" srcOrd="1" destOrd="0" presId="urn:microsoft.com/office/officeart/2005/8/layout/orgChart1"/>
    <dgm:cxn modelId="{284F21B4-B942-4D64-A443-F5D3514F000F}" srcId="{3D5D56A9-A79F-4790-9014-2529D940A18D}" destId="{5B5C7918-6B1B-47FF-BE5E-04EB1A833BDC}" srcOrd="8" destOrd="0" parTransId="{6D159DA1-9EB5-48DC-BC7D-D687D71CB9A8}" sibTransId="{E1DEADDC-AEF3-4EFB-80BA-E17C3623163F}"/>
    <dgm:cxn modelId="{EF1463B4-F77B-4896-B728-4C60364B9404}" srcId="{BB315AD5-2FB1-42FB-BA22-FA54B6B2CFB3}" destId="{123A822B-2BAB-4025-8B48-76EDD42B371D}" srcOrd="0" destOrd="0" parTransId="{467087B6-43CA-47E1-BE4C-E09A9C20FA7F}" sibTransId="{9F0D4595-6110-416B-A135-271C915F11A1}"/>
    <dgm:cxn modelId="{718AD9B6-3897-4809-B726-365B8CF22495}" type="presOf" srcId="{5CEF5E34-2170-47E3-BF96-739D5397D67D}" destId="{14DDF56C-40DA-4FFF-83D4-4EDDBAA8608C}" srcOrd="0" destOrd="0" presId="urn:microsoft.com/office/officeart/2005/8/layout/orgChart1"/>
    <dgm:cxn modelId="{39576ABA-8214-4D45-AB90-E49E239D0CC8}" type="presOf" srcId="{9140D928-DD2F-49A2-848D-84BE1F2E9E7B}" destId="{7CD09121-D978-49CB-B275-7BB3BEFC0D2F}" srcOrd="0" destOrd="0" presId="urn:microsoft.com/office/officeart/2005/8/layout/orgChart1"/>
    <dgm:cxn modelId="{630A2EBB-AF29-438F-8460-85E467D8EBB8}" type="presOf" srcId="{8646DED4-DCAF-4F2C-9F4C-537D57DDC748}" destId="{11E21749-3511-4EA7-9363-38D18FA6110A}" srcOrd="1" destOrd="0" presId="urn:microsoft.com/office/officeart/2005/8/layout/orgChart1"/>
    <dgm:cxn modelId="{D7DC8ABF-98A9-4EC2-8BE0-5A736CE3242B}" type="presOf" srcId="{5EC286D5-17F5-439A-8BB5-EA2C3CBF67B5}" destId="{093F37FF-A3A0-4FDB-AE7D-52949909C0E3}" srcOrd="1" destOrd="0" presId="urn:microsoft.com/office/officeart/2005/8/layout/orgChart1"/>
    <dgm:cxn modelId="{04542BC1-5C6B-45D3-B0AE-97F62CD30A26}" type="presOf" srcId="{5659B72C-C3B3-49A1-A0E3-414B4F507CF6}" destId="{61B053E0-9CE1-45B6-89FA-ACAAF3AA6E73}" srcOrd="0" destOrd="0" presId="urn:microsoft.com/office/officeart/2005/8/layout/orgChart1"/>
    <dgm:cxn modelId="{630B4CC4-5417-4E41-9456-01D4EB981217}" type="presOf" srcId="{476636CE-B4A7-4352-8C6B-D6FCF413E427}" destId="{9F3FCC76-0C50-4CC6-A030-3057AD1006B7}" srcOrd="0" destOrd="0" presId="urn:microsoft.com/office/officeart/2005/8/layout/orgChart1"/>
    <dgm:cxn modelId="{3514ACC4-167D-42EA-B70E-D8C172969D4F}" type="presOf" srcId="{BA45ACFA-F7A6-4AC7-B32E-9BD0278DFD68}" destId="{A7822F4F-89C0-4A43-AEA5-8AD1360EC991}" srcOrd="0" destOrd="0" presId="urn:microsoft.com/office/officeart/2005/8/layout/orgChart1"/>
    <dgm:cxn modelId="{79A8DAC5-D963-4ACA-9D07-8F837889639C}" type="presOf" srcId="{FCE17B64-37E6-467B-9FCC-E6B361DFD288}" destId="{75A7D419-7EF2-4577-8AE7-0910F7B1BAB9}" srcOrd="0" destOrd="0" presId="urn:microsoft.com/office/officeart/2005/8/layout/orgChart1"/>
    <dgm:cxn modelId="{9C7DBFCB-7C9A-4306-AE8C-53C661BD7C54}" srcId="{BB315AD5-2FB1-42FB-BA22-FA54B6B2CFB3}" destId="{063F3739-BC0A-435A-9EB6-8A21997EDA1B}" srcOrd="1" destOrd="0" parTransId="{E0935A21-294A-467A-8CAD-5EE6DFF06C6B}" sibTransId="{E530E610-573D-4C37-A135-C7177A0A8C56}"/>
    <dgm:cxn modelId="{B58D73CC-073F-4A66-AFF6-912321FF51D0}" srcId="{3D5D56A9-A79F-4790-9014-2529D940A18D}" destId="{5CEF5E34-2170-47E3-BF96-739D5397D67D}" srcOrd="6" destOrd="0" parTransId="{BF9D1A21-D597-4823-AE5B-CB338D9EDE89}" sibTransId="{6F7872AA-3958-4BA8-918D-C118B606869C}"/>
    <dgm:cxn modelId="{CDBC44D0-23E7-43A7-AA69-DCE303D1093C}" type="presOf" srcId="{467087B6-43CA-47E1-BE4C-E09A9C20FA7F}" destId="{5904120F-6EE7-4055-9573-23F96D26E528}" srcOrd="0" destOrd="0" presId="urn:microsoft.com/office/officeart/2005/8/layout/orgChart1"/>
    <dgm:cxn modelId="{D2EA80D0-6955-41BF-8765-3E25DEF7D53D}" type="presOf" srcId="{ADF3E8AD-F0AB-476E-8897-C83989B943EE}" destId="{1724FAF1-9F99-44A4-BB1E-26CE3C4EF46E}" srcOrd="0" destOrd="0" presId="urn:microsoft.com/office/officeart/2005/8/layout/orgChart1"/>
    <dgm:cxn modelId="{D01CDAD1-9E6D-461F-B073-7D2181DA88CF}" type="presOf" srcId="{5CEF5E34-2170-47E3-BF96-739D5397D67D}" destId="{7DE8F1A6-A5D1-4CD9-9406-D9CD07E1F8B5}" srcOrd="1" destOrd="0" presId="urn:microsoft.com/office/officeart/2005/8/layout/orgChart1"/>
    <dgm:cxn modelId="{247D3AD3-D40A-43E6-A0DB-EF99E20E6A34}" type="presOf" srcId="{50073632-72CA-4676-8E03-649FB4979043}" destId="{861FF52D-94B7-403F-B4EB-7C4E26C16C43}" srcOrd="0" destOrd="0" presId="urn:microsoft.com/office/officeart/2005/8/layout/orgChart1"/>
    <dgm:cxn modelId="{592C1CD4-2AEB-496C-A20D-2BE574EC946E}" type="presOf" srcId="{5B5C7918-6B1B-47FF-BE5E-04EB1A833BDC}" destId="{F58291C0-979B-46A5-BB50-28FA4F979B38}" srcOrd="0" destOrd="0" presId="urn:microsoft.com/office/officeart/2005/8/layout/orgChart1"/>
    <dgm:cxn modelId="{06C9FBD4-65D1-49FF-AA99-F6852A5A4DA3}" type="presOf" srcId="{9F99E71A-1EDC-4AF1-9C30-83CEF903D526}" destId="{2A644620-1056-4618-A3BA-1840AB4D7D0B}" srcOrd="1" destOrd="0" presId="urn:microsoft.com/office/officeart/2005/8/layout/orgChart1"/>
    <dgm:cxn modelId="{2A06DAD9-7462-45A9-A1D1-BDA1659331AF}" type="presOf" srcId="{1410A4E7-7165-4F5D-99F1-E96BFBA9A6FF}" destId="{67287622-040D-4D7F-823B-07FC6779E310}" srcOrd="0" destOrd="0" presId="urn:microsoft.com/office/officeart/2005/8/layout/orgChart1"/>
    <dgm:cxn modelId="{9B7BB5DB-0C4B-410C-88F0-60AFBC465FE2}" type="presOf" srcId="{6DEF0418-1474-485E-A7BC-DC4270EAD014}" destId="{78E6C8FF-57E3-4FDC-AB63-04A2E46BA518}" srcOrd="0" destOrd="0" presId="urn:microsoft.com/office/officeart/2005/8/layout/orgChart1"/>
    <dgm:cxn modelId="{96118ADF-101C-4F9B-B3B4-229B76A7FF2C}" type="presOf" srcId="{5E380AF1-471F-4A4F-97D4-A85BF668663B}" destId="{F7383D4D-8BE0-48BA-B8FA-5AC5DBA3A479}" srcOrd="0" destOrd="0" presId="urn:microsoft.com/office/officeart/2005/8/layout/orgChart1"/>
    <dgm:cxn modelId="{BF9211E7-F50C-4630-883E-4588EEC21FA3}" type="presOf" srcId="{70FE7649-38D1-4E19-AFA2-BE82266EB7E1}" destId="{F940DCFB-B924-44CB-AF44-E2D78E400105}" srcOrd="0" destOrd="0" presId="urn:microsoft.com/office/officeart/2005/8/layout/orgChart1"/>
    <dgm:cxn modelId="{D7DC5FE8-7132-4723-9E00-7A82F918D42B}" type="presOf" srcId="{873DD79E-21A2-4071-88B3-D74FF049DBF2}" destId="{227C303C-DBBA-4AEC-BDBD-802CEE8CBB09}" srcOrd="1" destOrd="0" presId="urn:microsoft.com/office/officeart/2005/8/layout/orgChart1"/>
    <dgm:cxn modelId="{7C1487E9-6389-49AA-944F-DBCF5295D789}" type="presOf" srcId="{F698221B-912B-418B-9744-CDEC4B3B6E55}" destId="{140EC5B0-65BF-44C6-B4C9-DBD77831584C}" srcOrd="0" destOrd="0" presId="urn:microsoft.com/office/officeart/2005/8/layout/orgChart1"/>
    <dgm:cxn modelId="{06C496E9-D49D-48AB-AB01-B3EF41F3C26B}" type="presOf" srcId="{50073632-72CA-4676-8E03-649FB4979043}" destId="{CE5957A0-AE1A-4910-8811-3837D50A4021}" srcOrd="1" destOrd="0" presId="urn:microsoft.com/office/officeart/2005/8/layout/orgChart1"/>
    <dgm:cxn modelId="{A67F55EA-2AD3-42D8-AFB8-66182B4A53DE}" srcId="{3D5D56A9-A79F-4790-9014-2529D940A18D}" destId="{22D394B6-4BFC-4C1F-B60E-331B14E14E30}" srcOrd="9" destOrd="0" parTransId="{9BDD6995-F3E6-43C0-9CF1-A9CAB20CE6C2}" sibTransId="{5ACB0A06-4870-40F6-9411-377E4193F4C8}"/>
    <dgm:cxn modelId="{C3C0BBEA-8F5F-4989-B733-1AFAC5FE8995}" srcId="{9140D928-DD2F-49A2-848D-84BE1F2E9E7B}" destId="{209B33BB-DBE1-4E2D-9CB3-58DA2149B93B}" srcOrd="0" destOrd="0" parTransId="{5583B974-F762-4C5E-9684-6058EC3EA1D3}" sibTransId="{4B0FB59C-3B19-485A-9663-16A0694A6B4A}"/>
    <dgm:cxn modelId="{A55917ED-A6D3-40E6-AA85-AE758B6A5B33}" type="presOf" srcId="{E9CE60D0-9BBE-472D-8B8A-02C9BEF15C08}" destId="{C2B146AD-BA6D-4208-B43E-E13A9745AA96}" srcOrd="0" destOrd="0" presId="urn:microsoft.com/office/officeart/2005/8/layout/orgChart1"/>
    <dgm:cxn modelId="{56C626EF-6121-4C7B-AA7E-8D500A43F9E3}" srcId="{22D394B6-4BFC-4C1F-B60E-331B14E14E30}" destId="{68AAF24E-BC9F-4707-B7D5-AC05F97EA87F}" srcOrd="0" destOrd="0" parTransId="{FB760D39-D403-4BF0-A67C-27A826707B83}" sibTransId="{763F44DE-7DF9-4F0D-AE78-42602F4E83F9}"/>
    <dgm:cxn modelId="{D25F9DF3-680B-496C-8C72-529E945C521B}" type="presOf" srcId="{7573C175-CFD1-4FB0-9F26-6D0B4DC84DE9}" destId="{EA85FA64-255A-443B-87AF-3B5AC415F1BF}" srcOrd="0" destOrd="0" presId="urn:microsoft.com/office/officeart/2005/8/layout/orgChart1"/>
    <dgm:cxn modelId="{E99279F5-0A76-46C2-AB24-DD76F5AD22D7}" type="presOf" srcId="{22D394B6-4BFC-4C1F-B60E-331B14E14E30}" destId="{A23F431F-C508-4CE6-9996-4ABE37C8A2D1}" srcOrd="0" destOrd="0" presId="urn:microsoft.com/office/officeart/2005/8/layout/orgChart1"/>
    <dgm:cxn modelId="{DC8B6EF8-EBB8-4A02-A27E-4825B93CA37F}" type="presOf" srcId="{6D159DA1-9EB5-48DC-BC7D-D687D71CB9A8}" destId="{8F2B5BB1-3B1F-441C-AFB5-6BC2C6CFBFD5}" srcOrd="0" destOrd="0" presId="urn:microsoft.com/office/officeart/2005/8/layout/orgChart1"/>
    <dgm:cxn modelId="{07337FFA-6254-4F72-A580-2E0E0B989EA6}" type="presOf" srcId="{C9124914-CD47-42D2-95CF-50D4F6417C06}" destId="{F6D10819-F565-4B32-8396-121E44DDF757}" srcOrd="0" destOrd="0" presId="urn:microsoft.com/office/officeart/2005/8/layout/orgChart1"/>
    <dgm:cxn modelId="{4DB3ABFB-7020-4B32-BA5A-2CEC53C57F3B}" type="presOf" srcId="{873DD79E-21A2-4071-88B3-D74FF049DBF2}" destId="{1359357D-AC17-47B3-A3C7-78DBE090BFE7}" srcOrd="0" destOrd="0" presId="urn:microsoft.com/office/officeart/2005/8/layout/orgChart1"/>
    <dgm:cxn modelId="{52ADC2FC-3162-4E44-B86A-5C1C7BD59D62}" type="presOf" srcId="{CB061AF2-BDC3-4898-8599-B73E77CEB59C}" destId="{CB1F5AAE-F339-4E03-AD2C-E43B19B00D7E}" srcOrd="1" destOrd="0" presId="urn:microsoft.com/office/officeart/2005/8/layout/orgChart1"/>
    <dgm:cxn modelId="{E79FC3FC-8D4A-483F-A338-89B55DD8008E}" srcId="{50073632-72CA-4676-8E03-649FB4979043}" destId="{BA45ACFA-F7A6-4AC7-B32E-9BD0278DFD68}" srcOrd="0" destOrd="0" parTransId="{476636CE-B4A7-4352-8C6B-D6FCF413E427}" sibTransId="{5722A3B8-9FC0-4558-8E40-73B6280002B5}"/>
    <dgm:cxn modelId="{091C1FFD-5D13-4231-A3E0-88DFEED7588B}" type="presOf" srcId="{123A822B-2BAB-4025-8B48-76EDD42B371D}" destId="{C1CA8CFC-7359-4F09-A6FA-3E1840F4F9CC}" srcOrd="0" destOrd="0" presId="urn:microsoft.com/office/officeart/2005/8/layout/orgChart1"/>
    <dgm:cxn modelId="{643F74FF-5383-4BFA-BCF9-F7B2C2BADD86}" type="presOf" srcId="{D9F6A6BF-9556-4BB7-9F4B-144C021BC9F5}" destId="{D26B3969-E4AF-40DE-8799-FA4CDCD70119}" srcOrd="0" destOrd="0" presId="urn:microsoft.com/office/officeart/2005/8/layout/orgChart1"/>
    <dgm:cxn modelId="{FCC9AF6B-4FAF-4794-8ECC-37D12CB5D9E7}" type="presParOf" srcId="{EA3D2DAB-CFE7-40E1-8C51-984E5A9C50D6}" destId="{247C0910-9F53-4B4A-8479-5895A78F16B8}" srcOrd="0" destOrd="0" presId="urn:microsoft.com/office/officeart/2005/8/layout/orgChart1"/>
    <dgm:cxn modelId="{9FC4C856-96A5-4DC4-BADB-AD3E05BE1A4B}" type="presParOf" srcId="{247C0910-9F53-4B4A-8479-5895A78F16B8}" destId="{23CDAD3D-785E-403A-9300-0D57207F0340}" srcOrd="0" destOrd="0" presId="urn:microsoft.com/office/officeart/2005/8/layout/orgChart1"/>
    <dgm:cxn modelId="{BDCE0E36-ADB3-4292-B5E4-E85AD8C100FF}" type="presParOf" srcId="{23CDAD3D-785E-403A-9300-0D57207F0340}" destId="{F7383D4D-8BE0-48BA-B8FA-5AC5DBA3A479}" srcOrd="0" destOrd="0" presId="urn:microsoft.com/office/officeart/2005/8/layout/orgChart1"/>
    <dgm:cxn modelId="{20149A3E-2901-4392-9D57-2723936556E2}" type="presParOf" srcId="{23CDAD3D-785E-403A-9300-0D57207F0340}" destId="{DC1BFDD9-ADF0-4180-A750-41FAC77B4838}" srcOrd="1" destOrd="0" presId="urn:microsoft.com/office/officeart/2005/8/layout/orgChart1"/>
    <dgm:cxn modelId="{7118DF99-53E4-4BD0-9DF2-370495DB1E3F}" type="presParOf" srcId="{247C0910-9F53-4B4A-8479-5895A78F16B8}" destId="{C943A061-70CB-471B-8FF8-F4048383C1A4}" srcOrd="1" destOrd="0" presId="urn:microsoft.com/office/officeart/2005/8/layout/orgChart1"/>
    <dgm:cxn modelId="{06AF5921-B183-4733-AFA3-8DC97652106B}" type="presParOf" srcId="{247C0910-9F53-4B4A-8479-5895A78F16B8}" destId="{9BAEDDEE-FE9A-4AA8-835C-BB52B89C0CAC}" srcOrd="2" destOrd="0" presId="urn:microsoft.com/office/officeart/2005/8/layout/orgChart1"/>
    <dgm:cxn modelId="{98F4ED03-E566-4DEF-A12C-8F79914B49E6}" type="presParOf" srcId="{EA3D2DAB-CFE7-40E1-8C51-984E5A9C50D6}" destId="{90C30FBC-51BB-42A4-B421-57D18FB548D4}" srcOrd="1" destOrd="0" presId="urn:microsoft.com/office/officeart/2005/8/layout/orgChart1"/>
    <dgm:cxn modelId="{6668BCC2-4704-4F28-85A3-BEF1818C3C83}" type="presParOf" srcId="{90C30FBC-51BB-42A4-B421-57D18FB548D4}" destId="{A10E3F49-1BDD-4BC7-A423-EE1F13985B2F}" srcOrd="0" destOrd="0" presId="urn:microsoft.com/office/officeart/2005/8/layout/orgChart1"/>
    <dgm:cxn modelId="{7848299E-BD35-4C14-A7C3-0045AD406517}" type="presParOf" srcId="{A10E3F49-1BDD-4BC7-A423-EE1F13985B2F}" destId="{EA85FA64-255A-443B-87AF-3B5AC415F1BF}" srcOrd="0" destOrd="0" presId="urn:microsoft.com/office/officeart/2005/8/layout/orgChart1"/>
    <dgm:cxn modelId="{4C9D5005-AB08-4DC5-9C87-BA1647AB6733}" type="presParOf" srcId="{A10E3F49-1BDD-4BC7-A423-EE1F13985B2F}" destId="{07FE80DB-239C-4530-838E-336BD0CA93C7}" srcOrd="1" destOrd="0" presId="urn:microsoft.com/office/officeart/2005/8/layout/orgChart1"/>
    <dgm:cxn modelId="{162DD07C-E341-4A11-BE5E-F1371D9DCF41}" type="presParOf" srcId="{90C30FBC-51BB-42A4-B421-57D18FB548D4}" destId="{9CA5C814-2B14-4B6A-8CD3-CA3A7B7B7304}" srcOrd="1" destOrd="0" presId="urn:microsoft.com/office/officeart/2005/8/layout/orgChart1"/>
    <dgm:cxn modelId="{F1D9CA7B-44EA-4E8C-BC8E-99B24E37EB2E}" type="presParOf" srcId="{9CA5C814-2B14-4B6A-8CD3-CA3A7B7B7304}" destId="{4C8500BC-314A-4681-8B8D-070ABB5ADD4A}" srcOrd="0" destOrd="0" presId="urn:microsoft.com/office/officeart/2005/8/layout/orgChart1"/>
    <dgm:cxn modelId="{4F43826F-7FDF-443F-A7A5-C9D8A451F1A4}" type="presParOf" srcId="{9CA5C814-2B14-4B6A-8CD3-CA3A7B7B7304}" destId="{2683A008-49EB-4DD2-B457-1173B3B7E35E}" srcOrd="1" destOrd="0" presId="urn:microsoft.com/office/officeart/2005/8/layout/orgChart1"/>
    <dgm:cxn modelId="{63A3429B-AA1C-449F-9A2C-B236D45C4512}" type="presParOf" srcId="{2683A008-49EB-4DD2-B457-1173B3B7E35E}" destId="{3B986D35-A2E0-4043-AC87-60F111B0B139}" srcOrd="0" destOrd="0" presId="urn:microsoft.com/office/officeart/2005/8/layout/orgChart1"/>
    <dgm:cxn modelId="{DAA197FD-F1F8-420A-B0C7-A576F899E761}" type="presParOf" srcId="{3B986D35-A2E0-4043-AC87-60F111B0B139}" destId="{48003A9B-3946-417C-AE35-80F358969815}" srcOrd="0" destOrd="0" presId="urn:microsoft.com/office/officeart/2005/8/layout/orgChart1"/>
    <dgm:cxn modelId="{CA47F460-76C6-467C-A959-6E82DFA2BE8E}" type="presParOf" srcId="{3B986D35-A2E0-4043-AC87-60F111B0B139}" destId="{FA502FE5-6601-455C-A28C-042888A25725}" srcOrd="1" destOrd="0" presId="urn:microsoft.com/office/officeart/2005/8/layout/orgChart1"/>
    <dgm:cxn modelId="{CA185B7C-6B75-4C7D-96E0-78895C01054B}" type="presParOf" srcId="{2683A008-49EB-4DD2-B457-1173B3B7E35E}" destId="{250BD4DA-ABDC-4735-9009-83551061FD45}" srcOrd="1" destOrd="0" presId="urn:microsoft.com/office/officeart/2005/8/layout/orgChart1"/>
    <dgm:cxn modelId="{56DE0C80-A553-46C8-A5DD-5E19D00587AA}" type="presParOf" srcId="{250BD4DA-ABDC-4735-9009-83551061FD45}" destId="{F940DCFB-B924-44CB-AF44-E2D78E400105}" srcOrd="0" destOrd="0" presId="urn:microsoft.com/office/officeart/2005/8/layout/orgChart1"/>
    <dgm:cxn modelId="{542EA5D8-A231-425F-8DFA-FC26110F1079}" type="presParOf" srcId="{250BD4DA-ABDC-4735-9009-83551061FD45}" destId="{48AFD384-B2F3-44EC-A051-E5D74AFC3CBD}" srcOrd="1" destOrd="0" presId="urn:microsoft.com/office/officeart/2005/8/layout/orgChart1"/>
    <dgm:cxn modelId="{CE2A2E16-CDEE-45E1-87FF-F90E7F4AB318}" type="presParOf" srcId="{48AFD384-B2F3-44EC-A051-E5D74AFC3CBD}" destId="{25021A4F-3655-44E1-B16A-AD9650A2B0EB}" srcOrd="0" destOrd="0" presId="urn:microsoft.com/office/officeart/2005/8/layout/orgChart1"/>
    <dgm:cxn modelId="{215E7233-C1A5-4F84-B480-49FDE65815AA}" type="presParOf" srcId="{25021A4F-3655-44E1-B16A-AD9650A2B0EB}" destId="{C2B146AD-BA6D-4208-B43E-E13A9745AA96}" srcOrd="0" destOrd="0" presId="urn:microsoft.com/office/officeart/2005/8/layout/orgChart1"/>
    <dgm:cxn modelId="{7418B910-C5A2-4523-861B-E476173C0746}" type="presParOf" srcId="{25021A4F-3655-44E1-B16A-AD9650A2B0EB}" destId="{B49693C9-FB67-49ED-90C8-0BEBB0BBA967}" srcOrd="1" destOrd="0" presId="urn:microsoft.com/office/officeart/2005/8/layout/orgChart1"/>
    <dgm:cxn modelId="{21D9A81C-3273-4490-A04C-9451D2E98CA0}" type="presParOf" srcId="{48AFD384-B2F3-44EC-A051-E5D74AFC3CBD}" destId="{D7A06027-DDE9-4894-B774-33C4B967B4B4}" srcOrd="1" destOrd="0" presId="urn:microsoft.com/office/officeart/2005/8/layout/orgChart1"/>
    <dgm:cxn modelId="{4B5AD79F-C7CF-41E5-8A4E-49BF1936BBD1}" type="presParOf" srcId="{48AFD384-B2F3-44EC-A051-E5D74AFC3CBD}" destId="{FA1BBD2B-0B5A-4576-A91E-EEFD07CCC44B}" srcOrd="2" destOrd="0" presId="urn:microsoft.com/office/officeart/2005/8/layout/orgChart1"/>
    <dgm:cxn modelId="{03D04E40-F53F-41A1-867E-CE2288BD86DC}" type="presParOf" srcId="{250BD4DA-ABDC-4735-9009-83551061FD45}" destId="{E311C20C-BE9C-4C71-B4EB-B39E72FC09DE}" srcOrd="2" destOrd="0" presId="urn:microsoft.com/office/officeart/2005/8/layout/orgChart1"/>
    <dgm:cxn modelId="{13F0F95D-CDBC-43C2-A239-720FB5D2A23B}" type="presParOf" srcId="{250BD4DA-ABDC-4735-9009-83551061FD45}" destId="{DAAC9717-DCD6-4254-9102-A39BECE86111}" srcOrd="3" destOrd="0" presId="urn:microsoft.com/office/officeart/2005/8/layout/orgChart1"/>
    <dgm:cxn modelId="{394EED05-EFEE-4231-A498-1D599C2528F6}" type="presParOf" srcId="{DAAC9717-DCD6-4254-9102-A39BECE86111}" destId="{873B23EF-602F-4065-9B66-EC316EB953A5}" srcOrd="0" destOrd="0" presId="urn:microsoft.com/office/officeart/2005/8/layout/orgChart1"/>
    <dgm:cxn modelId="{4218CBC8-7128-4936-ADFF-A7EE6C0CB457}" type="presParOf" srcId="{873B23EF-602F-4065-9B66-EC316EB953A5}" destId="{7CD09121-D978-49CB-B275-7BB3BEFC0D2F}" srcOrd="0" destOrd="0" presId="urn:microsoft.com/office/officeart/2005/8/layout/orgChart1"/>
    <dgm:cxn modelId="{79E958B4-6C0B-49A9-8465-0306736BFBAE}" type="presParOf" srcId="{873B23EF-602F-4065-9B66-EC316EB953A5}" destId="{C5977D11-6FBA-4F15-AD12-B65802A8C68C}" srcOrd="1" destOrd="0" presId="urn:microsoft.com/office/officeart/2005/8/layout/orgChart1"/>
    <dgm:cxn modelId="{DE25A534-A217-4CCD-9487-98CC0E89C48B}" type="presParOf" srcId="{DAAC9717-DCD6-4254-9102-A39BECE86111}" destId="{422FB9A5-BEB8-4E36-AD51-EC7A7A972C54}" srcOrd="1" destOrd="0" presId="urn:microsoft.com/office/officeart/2005/8/layout/orgChart1"/>
    <dgm:cxn modelId="{F5D4A1E9-3A28-45D9-82AF-CF86519CB41B}" type="presParOf" srcId="{422FB9A5-BEB8-4E36-AD51-EC7A7A972C54}" destId="{81EEDAF5-6C0E-4B4C-9B93-796B5B32144F}" srcOrd="0" destOrd="0" presId="urn:microsoft.com/office/officeart/2005/8/layout/orgChart1"/>
    <dgm:cxn modelId="{A2797A89-7372-41D6-A509-B1802F30B6DF}" type="presParOf" srcId="{422FB9A5-BEB8-4E36-AD51-EC7A7A972C54}" destId="{7880CD0E-02D8-45D3-AE98-64DBE65216B8}" srcOrd="1" destOrd="0" presId="urn:microsoft.com/office/officeart/2005/8/layout/orgChart1"/>
    <dgm:cxn modelId="{91E3F4EC-E0E7-4FB7-8641-6F1490B3AE05}" type="presParOf" srcId="{7880CD0E-02D8-45D3-AE98-64DBE65216B8}" destId="{FFA311C4-4E38-46DC-8BA4-E9A58F6F3734}" srcOrd="0" destOrd="0" presId="urn:microsoft.com/office/officeart/2005/8/layout/orgChart1"/>
    <dgm:cxn modelId="{6D236F4F-E902-42A9-9189-4646315F9FB7}" type="presParOf" srcId="{FFA311C4-4E38-46DC-8BA4-E9A58F6F3734}" destId="{44A35D14-7D11-4522-A5F0-489014CF1039}" srcOrd="0" destOrd="0" presId="urn:microsoft.com/office/officeart/2005/8/layout/orgChart1"/>
    <dgm:cxn modelId="{4E196A64-BE44-48EE-B017-7A4132059F38}" type="presParOf" srcId="{FFA311C4-4E38-46DC-8BA4-E9A58F6F3734}" destId="{2386BD9A-D02F-4A8F-8A5B-46469267662A}" srcOrd="1" destOrd="0" presId="urn:microsoft.com/office/officeart/2005/8/layout/orgChart1"/>
    <dgm:cxn modelId="{8C560454-6B77-425F-B09B-305D7D157CD6}" type="presParOf" srcId="{7880CD0E-02D8-45D3-AE98-64DBE65216B8}" destId="{2087CB37-7767-4B64-A27C-3CC8F2659668}" srcOrd="1" destOrd="0" presId="urn:microsoft.com/office/officeart/2005/8/layout/orgChart1"/>
    <dgm:cxn modelId="{5365655E-FE35-481B-A6BC-BCDDF919464A}" type="presParOf" srcId="{2087CB37-7767-4B64-A27C-3CC8F2659668}" destId="{02C046B8-37A1-4843-ABE7-2AB1C9BDCD14}" srcOrd="0" destOrd="0" presId="urn:microsoft.com/office/officeart/2005/8/layout/orgChart1"/>
    <dgm:cxn modelId="{2FE4C473-82EF-4E1E-A7E3-CD15614B8460}" type="presParOf" srcId="{2087CB37-7767-4B64-A27C-3CC8F2659668}" destId="{D5BA9BF5-F733-4BD6-80B0-B66A9BF53583}" srcOrd="1" destOrd="0" presId="urn:microsoft.com/office/officeart/2005/8/layout/orgChart1"/>
    <dgm:cxn modelId="{9ACBED23-1688-43CF-A222-2349ECD38229}" type="presParOf" srcId="{D5BA9BF5-F733-4BD6-80B0-B66A9BF53583}" destId="{E13FAEED-3DEA-4D4C-95A3-C7B2ED4326FB}" srcOrd="0" destOrd="0" presId="urn:microsoft.com/office/officeart/2005/8/layout/orgChart1"/>
    <dgm:cxn modelId="{5D0C3779-144F-4077-A9C6-17AD1150825C}" type="presParOf" srcId="{E13FAEED-3DEA-4D4C-95A3-C7B2ED4326FB}" destId="{A280205F-5BAF-4C59-AC07-C3CCE3FBEF53}" srcOrd="0" destOrd="0" presId="urn:microsoft.com/office/officeart/2005/8/layout/orgChart1"/>
    <dgm:cxn modelId="{7F47FF35-9314-44D8-B081-209925E9ED42}" type="presParOf" srcId="{E13FAEED-3DEA-4D4C-95A3-C7B2ED4326FB}" destId="{2A644620-1056-4618-A3BA-1840AB4D7D0B}" srcOrd="1" destOrd="0" presId="urn:microsoft.com/office/officeart/2005/8/layout/orgChart1"/>
    <dgm:cxn modelId="{6CB9351F-7F2E-4E0E-A720-A679FEF8C994}" type="presParOf" srcId="{D5BA9BF5-F733-4BD6-80B0-B66A9BF53583}" destId="{27A879E5-990F-4FC1-892E-DE00C79B7526}" srcOrd="1" destOrd="0" presId="urn:microsoft.com/office/officeart/2005/8/layout/orgChart1"/>
    <dgm:cxn modelId="{C2B8AB10-5866-4CB3-9C47-A35B3B3B6FDE}" type="presParOf" srcId="{D5BA9BF5-F733-4BD6-80B0-B66A9BF53583}" destId="{3CF57180-0D33-4811-BD68-169339DEF1A3}" srcOrd="2" destOrd="0" presId="urn:microsoft.com/office/officeart/2005/8/layout/orgChart1"/>
    <dgm:cxn modelId="{BBE98B06-2303-47A2-AA2F-30B32DAB2F93}" type="presParOf" srcId="{7880CD0E-02D8-45D3-AE98-64DBE65216B8}" destId="{042D0F43-0049-4095-8BAB-01FB15A98B77}" srcOrd="2" destOrd="0" presId="urn:microsoft.com/office/officeart/2005/8/layout/orgChart1"/>
    <dgm:cxn modelId="{688CB605-52A0-4FE6-99F9-FA9543827207}" type="presParOf" srcId="{422FB9A5-BEB8-4E36-AD51-EC7A7A972C54}" destId="{FEF5C3E8-29A7-416B-8221-F7B41ED8D240}" srcOrd="2" destOrd="0" presId="urn:microsoft.com/office/officeart/2005/8/layout/orgChart1"/>
    <dgm:cxn modelId="{435CF282-A273-4323-BD07-556626DD908A}" type="presParOf" srcId="{422FB9A5-BEB8-4E36-AD51-EC7A7A972C54}" destId="{13E581A7-29AA-4D20-BD35-AAE6D8CBCADB}" srcOrd="3" destOrd="0" presId="urn:microsoft.com/office/officeart/2005/8/layout/orgChart1"/>
    <dgm:cxn modelId="{757D7289-23C5-4CD5-8189-07CF6E5C1844}" type="presParOf" srcId="{13E581A7-29AA-4D20-BD35-AAE6D8CBCADB}" destId="{9E0C2769-2C04-44C4-9F6C-C1542855DD08}" srcOrd="0" destOrd="0" presId="urn:microsoft.com/office/officeart/2005/8/layout/orgChart1"/>
    <dgm:cxn modelId="{33B93C94-41C5-482E-9AE4-EC1792BE7189}" type="presParOf" srcId="{9E0C2769-2C04-44C4-9F6C-C1542855DD08}" destId="{75A7D419-7EF2-4577-8AE7-0910F7B1BAB9}" srcOrd="0" destOrd="0" presId="urn:microsoft.com/office/officeart/2005/8/layout/orgChart1"/>
    <dgm:cxn modelId="{371A434B-70C0-4E70-BD8A-288F2F4DDC02}" type="presParOf" srcId="{9E0C2769-2C04-44C4-9F6C-C1542855DD08}" destId="{2C693DA3-4C5F-4AD2-930A-A578ED36D510}" srcOrd="1" destOrd="0" presId="urn:microsoft.com/office/officeart/2005/8/layout/orgChart1"/>
    <dgm:cxn modelId="{6FF90F15-AA5D-44CD-954B-DA38DDEEA27A}" type="presParOf" srcId="{13E581A7-29AA-4D20-BD35-AAE6D8CBCADB}" destId="{50062DEE-34D0-4572-AB12-34E034109A53}" srcOrd="1" destOrd="0" presId="urn:microsoft.com/office/officeart/2005/8/layout/orgChart1"/>
    <dgm:cxn modelId="{3042D3C7-EA8B-44D7-93BB-96BAA1B562C0}" type="presParOf" srcId="{50062DEE-34D0-4572-AB12-34E034109A53}" destId="{D26B3969-E4AF-40DE-8799-FA4CDCD70119}" srcOrd="0" destOrd="0" presId="urn:microsoft.com/office/officeart/2005/8/layout/orgChart1"/>
    <dgm:cxn modelId="{4A9A3C7A-F49E-4679-B491-2D7AB83956E8}" type="presParOf" srcId="{50062DEE-34D0-4572-AB12-34E034109A53}" destId="{401E8F9D-123C-4A7F-97CD-93FAE05C7909}" srcOrd="1" destOrd="0" presId="urn:microsoft.com/office/officeart/2005/8/layout/orgChart1"/>
    <dgm:cxn modelId="{4ABE3A69-89D9-4CF4-A43C-E8E65C3270D1}" type="presParOf" srcId="{401E8F9D-123C-4A7F-97CD-93FAE05C7909}" destId="{C603B53C-EEDB-4538-B7BF-2A85101F297D}" srcOrd="0" destOrd="0" presId="urn:microsoft.com/office/officeart/2005/8/layout/orgChart1"/>
    <dgm:cxn modelId="{0F987DF0-F756-4122-868A-418D1B09B65C}" type="presParOf" srcId="{C603B53C-EEDB-4538-B7BF-2A85101F297D}" destId="{3AA3F9FE-9F15-4662-A405-51D579585E60}" srcOrd="0" destOrd="0" presId="urn:microsoft.com/office/officeart/2005/8/layout/orgChart1"/>
    <dgm:cxn modelId="{ED66C942-012A-4EF2-8C7E-BF534DF4FB45}" type="presParOf" srcId="{C603B53C-EEDB-4538-B7BF-2A85101F297D}" destId="{BF01D0D3-39BF-4E5E-BE20-AF291F6ADA83}" srcOrd="1" destOrd="0" presId="urn:microsoft.com/office/officeart/2005/8/layout/orgChart1"/>
    <dgm:cxn modelId="{49FBF253-5994-4FAF-803C-439AA812D83B}" type="presParOf" srcId="{401E8F9D-123C-4A7F-97CD-93FAE05C7909}" destId="{592F7494-7FFC-4D1D-B7A7-A2668C811439}" srcOrd="1" destOrd="0" presId="urn:microsoft.com/office/officeart/2005/8/layout/orgChart1"/>
    <dgm:cxn modelId="{9CC99121-9A30-4EDA-8D7D-379CB9A685F7}" type="presParOf" srcId="{401E8F9D-123C-4A7F-97CD-93FAE05C7909}" destId="{623D737A-80A9-40AB-B9FB-F746B1F9ABF3}" srcOrd="2" destOrd="0" presId="urn:microsoft.com/office/officeart/2005/8/layout/orgChart1"/>
    <dgm:cxn modelId="{EC6EAD3C-99B8-4413-BB6E-0D7703E62E24}" type="presParOf" srcId="{13E581A7-29AA-4D20-BD35-AAE6D8CBCADB}" destId="{53FD3392-327E-46FA-AE46-20026B0E6D69}" srcOrd="2" destOrd="0" presId="urn:microsoft.com/office/officeart/2005/8/layout/orgChart1"/>
    <dgm:cxn modelId="{22DD651A-EE3A-4B81-A938-473B03CCF956}" type="presParOf" srcId="{422FB9A5-BEB8-4E36-AD51-EC7A7A972C54}" destId="{E447CF1E-6EF7-4CDB-BDC7-2FD1556337F7}" srcOrd="4" destOrd="0" presId="urn:microsoft.com/office/officeart/2005/8/layout/orgChart1"/>
    <dgm:cxn modelId="{B1B2FE94-BAB8-40D6-8CEB-8537A445C150}" type="presParOf" srcId="{422FB9A5-BEB8-4E36-AD51-EC7A7A972C54}" destId="{180C7907-5BDA-475A-85B5-79F1270BCD4F}" srcOrd="5" destOrd="0" presId="urn:microsoft.com/office/officeart/2005/8/layout/orgChart1"/>
    <dgm:cxn modelId="{505023EF-9F99-473A-A8D9-558053F5B623}" type="presParOf" srcId="{180C7907-5BDA-475A-85B5-79F1270BCD4F}" destId="{7A0A7EC0-4550-4988-89E7-4761A0B8B1BA}" srcOrd="0" destOrd="0" presId="urn:microsoft.com/office/officeart/2005/8/layout/orgChart1"/>
    <dgm:cxn modelId="{6516A875-37C7-4950-85EA-827834523BEA}" type="presParOf" srcId="{7A0A7EC0-4550-4988-89E7-4761A0B8B1BA}" destId="{10963EB1-C7BD-482E-AFD0-3A15DFB66449}" srcOrd="0" destOrd="0" presId="urn:microsoft.com/office/officeart/2005/8/layout/orgChart1"/>
    <dgm:cxn modelId="{8C44F0A6-CD6F-4664-A2DF-1489C3B7643C}" type="presParOf" srcId="{7A0A7EC0-4550-4988-89E7-4761A0B8B1BA}" destId="{A0866FC0-0E42-49E9-989C-9C258DA75B0B}" srcOrd="1" destOrd="0" presId="urn:microsoft.com/office/officeart/2005/8/layout/orgChart1"/>
    <dgm:cxn modelId="{49489FF3-CE34-49E1-BD53-625D18479479}" type="presParOf" srcId="{180C7907-5BDA-475A-85B5-79F1270BCD4F}" destId="{E85D194A-D972-4BD7-9B8A-6DDFB0A2B531}" srcOrd="1" destOrd="0" presId="urn:microsoft.com/office/officeart/2005/8/layout/orgChart1"/>
    <dgm:cxn modelId="{4E838182-7EFA-4018-80F4-D150FE12FB05}" type="presParOf" srcId="{180C7907-5BDA-475A-85B5-79F1270BCD4F}" destId="{51B0C27A-6AB7-4A7E-807A-E24103242402}" srcOrd="2" destOrd="0" presId="urn:microsoft.com/office/officeart/2005/8/layout/orgChart1"/>
    <dgm:cxn modelId="{750E1947-66A7-445F-A3E8-519ED4889D64}" type="presParOf" srcId="{DAAC9717-DCD6-4254-9102-A39BECE86111}" destId="{7BDCC51A-78A4-4D48-BE86-520EC7ACC089}" srcOrd="2" destOrd="0" presId="urn:microsoft.com/office/officeart/2005/8/layout/orgChart1"/>
    <dgm:cxn modelId="{C437CB64-C701-43C9-98CB-B05785AEE570}" type="presParOf" srcId="{250BD4DA-ABDC-4735-9009-83551061FD45}" destId="{DCC7DE06-AA00-4C1D-A2AB-516B34A21EA6}" srcOrd="4" destOrd="0" presId="urn:microsoft.com/office/officeart/2005/8/layout/orgChart1"/>
    <dgm:cxn modelId="{3720D4AC-9D33-4700-BE02-A92BCB15C2A0}" type="presParOf" srcId="{250BD4DA-ABDC-4735-9009-83551061FD45}" destId="{1C5D7E3F-2321-4083-B089-A4CE56C85971}" srcOrd="5" destOrd="0" presId="urn:microsoft.com/office/officeart/2005/8/layout/orgChart1"/>
    <dgm:cxn modelId="{23409B3E-6F3E-46A9-8A50-0AF76D46EAC3}" type="presParOf" srcId="{1C5D7E3F-2321-4083-B089-A4CE56C85971}" destId="{1393A862-A841-48FF-B428-5D85463FB94B}" srcOrd="0" destOrd="0" presId="urn:microsoft.com/office/officeart/2005/8/layout/orgChart1"/>
    <dgm:cxn modelId="{0F532AB3-695E-428F-AD91-E45AB0DD7505}" type="presParOf" srcId="{1393A862-A841-48FF-B428-5D85463FB94B}" destId="{6B7E0D93-EA02-497B-B9CF-C4E6394C28C8}" srcOrd="0" destOrd="0" presId="urn:microsoft.com/office/officeart/2005/8/layout/orgChart1"/>
    <dgm:cxn modelId="{59B690B7-4AA6-47EC-ADB7-866ABC138FB8}" type="presParOf" srcId="{1393A862-A841-48FF-B428-5D85463FB94B}" destId="{11E21749-3511-4EA7-9363-38D18FA6110A}" srcOrd="1" destOrd="0" presId="urn:microsoft.com/office/officeart/2005/8/layout/orgChart1"/>
    <dgm:cxn modelId="{0A2A955D-7ED7-47A4-A64E-589CCE371C62}" type="presParOf" srcId="{1C5D7E3F-2321-4083-B089-A4CE56C85971}" destId="{4FF12594-2345-46F8-9034-D3FF8778BD59}" srcOrd="1" destOrd="0" presId="urn:microsoft.com/office/officeart/2005/8/layout/orgChart1"/>
    <dgm:cxn modelId="{94E3E7AD-E01C-4BAC-B684-A646A41D5610}" type="presParOf" srcId="{1C5D7E3F-2321-4083-B089-A4CE56C85971}" destId="{CFA9E2B3-902F-41C5-B4C5-162FDDC870D6}" srcOrd="2" destOrd="0" presId="urn:microsoft.com/office/officeart/2005/8/layout/orgChart1"/>
    <dgm:cxn modelId="{8C332C0C-8C17-46A9-93A4-C628C7D30B5C}" type="presParOf" srcId="{250BD4DA-ABDC-4735-9009-83551061FD45}" destId="{820B1F5D-E04F-46BC-A6F6-7773E777E2CD}" srcOrd="6" destOrd="0" presId="urn:microsoft.com/office/officeart/2005/8/layout/orgChart1"/>
    <dgm:cxn modelId="{BB6BD7B5-8276-491B-9E18-9CB5D4D260C0}" type="presParOf" srcId="{250BD4DA-ABDC-4735-9009-83551061FD45}" destId="{C1C370BB-F32E-453B-A0DC-6B8CF6AFE9FF}" srcOrd="7" destOrd="0" presId="urn:microsoft.com/office/officeart/2005/8/layout/orgChart1"/>
    <dgm:cxn modelId="{B5E1B4BC-BCAB-40D1-ACCF-5664F65EE61B}" type="presParOf" srcId="{C1C370BB-F32E-453B-A0DC-6B8CF6AFE9FF}" destId="{A2087410-4E34-4C33-9CF8-55E1EB8AE85D}" srcOrd="0" destOrd="0" presId="urn:microsoft.com/office/officeart/2005/8/layout/orgChart1"/>
    <dgm:cxn modelId="{2A41F870-9F37-42D9-9156-EC4A6277DBC1}" type="presParOf" srcId="{A2087410-4E34-4C33-9CF8-55E1EB8AE85D}" destId="{861FF52D-94B7-403F-B4EB-7C4E26C16C43}" srcOrd="0" destOrd="0" presId="urn:microsoft.com/office/officeart/2005/8/layout/orgChart1"/>
    <dgm:cxn modelId="{A03E9DD4-2637-4A53-9D14-8D26FEE97019}" type="presParOf" srcId="{A2087410-4E34-4C33-9CF8-55E1EB8AE85D}" destId="{CE5957A0-AE1A-4910-8811-3837D50A4021}" srcOrd="1" destOrd="0" presId="urn:microsoft.com/office/officeart/2005/8/layout/orgChart1"/>
    <dgm:cxn modelId="{632DB709-0DE9-472F-B127-9E5D984CDE04}" type="presParOf" srcId="{C1C370BB-F32E-453B-A0DC-6B8CF6AFE9FF}" destId="{0D9815A4-4659-4883-BEE4-70337CCB27E2}" srcOrd="1" destOrd="0" presId="urn:microsoft.com/office/officeart/2005/8/layout/orgChart1"/>
    <dgm:cxn modelId="{92B74C4E-B765-4E94-B70E-C88647B54388}" type="presParOf" srcId="{0D9815A4-4659-4883-BEE4-70337CCB27E2}" destId="{9F3FCC76-0C50-4CC6-A030-3057AD1006B7}" srcOrd="0" destOrd="0" presId="urn:microsoft.com/office/officeart/2005/8/layout/orgChart1"/>
    <dgm:cxn modelId="{C36B5C54-BC88-4FB6-A463-6CE757ABC6F7}" type="presParOf" srcId="{0D9815A4-4659-4883-BEE4-70337CCB27E2}" destId="{C85CF45B-3D3C-4796-AA36-4BC4A4C4B782}" srcOrd="1" destOrd="0" presId="urn:microsoft.com/office/officeart/2005/8/layout/orgChart1"/>
    <dgm:cxn modelId="{E1D54C77-0498-4D79-A17D-F01DFD27CB50}" type="presParOf" srcId="{C85CF45B-3D3C-4796-AA36-4BC4A4C4B782}" destId="{356392AA-A543-4738-8084-1CA9F9DEAE91}" srcOrd="0" destOrd="0" presId="urn:microsoft.com/office/officeart/2005/8/layout/orgChart1"/>
    <dgm:cxn modelId="{9E9019BC-E56A-4C39-837B-73BB5808895C}" type="presParOf" srcId="{356392AA-A543-4738-8084-1CA9F9DEAE91}" destId="{A7822F4F-89C0-4A43-AEA5-8AD1360EC991}" srcOrd="0" destOrd="0" presId="urn:microsoft.com/office/officeart/2005/8/layout/orgChart1"/>
    <dgm:cxn modelId="{25C63579-1884-4E78-92B5-F96255CFC2FF}" type="presParOf" srcId="{356392AA-A543-4738-8084-1CA9F9DEAE91}" destId="{D24D3F32-E764-453B-9FEF-DF3139CCF7D7}" srcOrd="1" destOrd="0" presId="urn:microsoft.com/office/officeart/2005/8/layout/orgChart1"/>
    <dgm:cxn modelId="{DEB3DB52-0693-475F-B219-1689D879BF3A}" type="presParOf" srcId="{C85CF45B-3D3C-4796-AA36-4BC4A4C4B782}" destId="{85AFC411-1499-4714-A311-C994394364C7}" srcOrd="1" destOrd="0" presId="urn:microsoft.com/office/officeart/2005/8/layout/orgChart1"/>
    <dgm:cxn modelId="{F1290FB4-E662-45A5-9551-C80489633969}" type="presParOf" srcId="{C85CF45B-3D3C-4796-AA36-4BC4A4C4B782}" destId="{DA020F2A-D945-4AED-A9F7-2E04D69F7436}" srcOrd="2" destOrd="0" presId="urn:microsoft.com/office/officeart/2005/8/layout/orgChart1"/>
    <dgm:cxn modelId="{05CCEDBB-1074-4638-82A7-57D8F4C677AC}" type="presParOf" srcId="{0D9815A4-4659-4883-BEE4-70337CCB27E2}" destId="{879643B0-BF6E-44C2-8134-E91ADAEC85C2}" srcOrd="2" destOrd="0" presId="urn:microsoft.com/office/officeart/2005/8/layout/orgChart1"/>
    <dgm:cxn modelId="{8DC17597-793D-4707-BEDD-52468DA4D04E}" type="presParOf" srcId="{0D9815A4-4659-4883-BEE4-70337CCB27E2}" destId="{47220A34-23BE-41A1-A433-609812344325}" srcOrd="3" destOrd="0" presId="urn:microsoft.com/office/officeart/2005/8/layout/orgChart1"/>
    <dgm:cxn modelId="{21632149-FF89-40F3-A9F5-149638E33002}" type="presParOf" srcId="{47220A34-23BE-41A1-A433-609812344325}" destId="{A6A16D2C-CB87-4498-AA22-0B3788A335E2}" srcOrd="0" destOrd="0" presId="urn:microsoft.com/office/officeart/2005/8/layout/orgChart1"/>
    <dgm:cxn modelId="{42768CBE-ADEA-495D-B6C9-376ADE7E86E8}" type="presParOf" srcId="{A6A16D2C-CB87-4498-AA22-0B3788A335E2}" destId="{21BC039D-4E59-4473-8076-3A16409E9F0E}" srcOrd="0" destOrd="0" presId="urn:microsoft.com/office/officeart/2005/8/layout/orgChart1"/>
    <dgm:cxn modelId="{EB7A7088-6140-49B2-B488-F5C2968C9C0D}" type="presParOf" srcId="{A6A16D2C-CB87-4498-AA22-0B3788A335E2}" destId="{5EB502EB-89D6-4CDA-A0D6-5BE8792B3535}" srcOrd="1" destOrd="0" presId="urn:microsoft.com/office/officeart/2005/8/layout/orgChart1"/>
    <dgm:cxn modelId="{842954C8-46AE-4F84-AA88-CED3094463BF}" type="presParOf" srcId="{47220A34-23BE-41A1-A433-609812344325}" destId="{6B6C1C54-DE42-4FCA-9D41-41F26B490310}" srcOrd="1" destOrd="0" presId="urn:microsoft.com/office/officeart/2005/8/layout/orgChart1"/>
    <dgm:cxn modelId="{2E133759-2C5E-4F4D-82DC-571955171676}" type="presParOf" srcId="{47220A34-23BE-41A1-A433-609812344325}" destId="{7DF36A59-FD16-4C7B-A855-5D3586320C93}" srcOrd="2" destOrd="0" presId="urn:microsoft.com/office/officeart/2005/8/layout/orgChart1"/>
    <dgm:cxn modelId="{EDF9309F-644D-4B10-BFA1-F9238D59A35D}" type="presParOf" srcId="{C1C370BB-F32E-453B-A0DC-6B8CF6AFE9FF}" destId="{BB0FFA05-6825-43E0-BD92-8BCA916CED30}" srcOrd="2" destOrd="0" presId="urn:microsoft.com/office/officeart/2005/8/layout/orgChart1"/>
    <dgm:cxn modelId="{CF8BD4C8-77A9-4908-A663-B07341C9165F}" type="presParOf" srcId="{250BD4DA-ABDC-4735-9009-83551061FD45}" destId="{7071B268-C64E-48E1-8E2D-7A504CACE7B7}" srcOrd="8" destOrd="0" presId="urn:microsoft.com/office/officeart/2005/8/layout/orgChart1"/>
    <dgm:cxn modelId="{0F076D04-929D-4BF8-A29E-796C0387D6AF}" type="presParOf" srcId="{250BD4DA-ABDC-4735-9009-83551061FD45}" destId="{0ACEABE0-8A63-4A4D-AC78-B911B6A12728}" srcOrd="9" destOrd="0" presId="urn:microsoft.com/office/officeart/2005/8/layout/orgChart1"/>
    <dgm:cxn modelId="{E4521D51-C6B2-43C9-905B-B96B24A79507}" type="presParOf" srcId="{0ACEABE0-8A63-4A4D-AC78-B911B6A12728}" destId="{F1BE92B4-456B-4FE6-A21A-4453ED199B56}" srcOrd="0" destOrd="0" presId="urn:microsoft.com/office/officeart/2005/8/layout/orgChart1"/>
    <dgm:cxn modelId="{B50A6DAC-2659-4724-9E40-696894DAB8E6}" type="presParOf" srcId="{F1BE92B4-456B-4FE6-A21A-4453ED199B56}" destId="{CBBC39B4-2DCE-4544-97E6-9B1626F85D45}" srcOrd="0" destOrd="0" presId="urn:microsoft.com/office/officeart/2005/8/layout/orgChart1"/>
    <dgm:cxn modelId="{690AC176-2E26-4854-A2A5-C3797E3BF202}" type="presParOf" srcId="{F1BE92B4-456B-4FE6-A21A-4453ED199B56}" destId="{1FC6E229-E7DC-4656-A38D-6EF1B215AFF8}" srcOrd="1" destOrd="0" presId="urn:microsoft.com/office/officeart/2005/8/layout/orgChart1"/>
    <dgm:cxn modelId="{762A9A06-1835-4BA9-8139-03244F161E43}" type="presParOf" srcId="{0ACEABE0-8A63-4A4D-AC78-B911B6A12728}" destId="{9B539F84-DDF9-46AF-B970-5E3B129635DC}" srcOrd="1" destOrd="0" presId="urn:microsoft.com/office/officeart/2005/8/layout/orgChart1"/>
    <dgm:cxn modelId="{C1DAB670-CB4A-4AEB-BBB9-2DBF9818EF56}" type="presParOf" srcId="{0ACEABE0-8A63-4A4D-AC78-B911B6A12728}" destId="{C7CEF208-FAD8-432C-A50D-689689B1925B}" srcOrd="2" destOrd="0" presId="urn:microsoft.com/office/officeart/2005/8/layout/orgChart1"/>
    <dgm:cxn modelId="{1D3C1FF2-DFC5-4D8B-805F-679BA680FE60}" type="presParOf" srcId="{250BD4DA-ABDC-4735-9009-83551061FD45}" destId="{A69AA294-CAE5-4E7E-9252-68BD449B6346}" srcOrd="10" destOrd="0" presId="urn:microsoft.com/office/officeart/2005/8/layout/orgChart1"/>
    <dgm:cxn modelId="{3902AD42-C401-4C93-BEC9-B966DEA6BCB3}" type="presParOf" srcId="{250BD4DA-ABDC-4735-9009-83551061FD45}" destId="{257DBC73-89FF-47A7-A5F1-25ABC0B615C0}" srcOrd="11" destOrd="0" presId="urn:microsoft.com/office/officeart/2005/8/layout/orgChart1"/>
    <dgm:cxn modelId="{8834B6D3-D986-4DA6-9BE2-37C3AC864246}" type="presParOf" srcId="{257DBC73-89FF-47A7-A5F1-25ABC0B615C0}" destId="{F5A83001-30C5-479B-A856-B35F57F01D88}" srcOrd="0" destOrd="0" presId="urn:microsoft.com/office/officeart/2005/8/layout/orgChart1"/>
    <dgm:cxn modelId="{67B3F6A6-0E76-4D98-920F-E1BFC3E88BBF}" type="presParOf" srcId="{F5A83001-30C5-479B-A856-B35F57F01D88}" destId="{70A4FE41-4DD0-4E12-A38F-18DCA1571B18}" srcOrd="0" destOrd="0" presId="urn:microsoft.com/office/officeart/2005/8/layout/orgChart1"/>
    <dgm:cxn modelId="{2CB1E740-CE5F-4AAF-9D71-AEE4F653CAB6}" type="presParOf" srcId="{F5A83001-30C5-479B-A856-B35F57F01D88}" destId="{B9064B5C-0715-4E7A-B8CF-080278AE964B}" srcOrd="1" destOrd="0" presId="urn:microsoft.com/office/officeart/2005/8/layout/orgChart1"/>
    <dgm:cxn modelId="{4FB6032C-9DE8-4C57-8D88-7A2D6D30AE08}" type="presParOf" srcId="{257DBC73-89FF-47A7-A5F1-25ABC0B615C0}" destId="{C5A4E249-3889-4FF1-BFA4-C746182BB834}" srcOrd="1" destOrd="0" presId="urn:microsoft.com/office/officeart/2005/8/layout/orgChart1"/>
    <dgm:cxn modelId="{B6273112-73BA-4A7B-92D8-7692C79A3296}" type="presParOf" srcId="{257DBC73-89FF-47A7-A5F1-25ABC0B615C0}" destId="{A8804107-7284-4C74-88CD-A0F221BF2D87}" srcOrd="2" destOrd="0" presId="urn:microsoft.com/office/officeart/2005/8/layout/orgChart1"/>
    <dgm:cxn modelId="{E806128E-7217-4886-9509-58E2935F0747}" type="presParOf" srcId="{250BD4DA-ABDC-4735-9009-83551061FD45}" destId="{BB3EEC96-37AF-4609-B9CF-78CE525DE740}" srcOrd="12" destOrd="0" presId="urn:microsoft.com/office/officeart/2005/8/layout/orgChart1"/>
    <dgm:cxn modelId="{6A6DBF48-CC38-45EE-8D10-D298614928DE}" type="presParOf" srcId="{250BD4DA-ABDC-4735-9009-83551061FD45}" destId="{7387DCCF-45AE-425F-98BA-28D27C690A1E}" srcOrd="13" destOrd="0" presId="urn:microsoft.com/office/officeart/2005/8/layout/orgChart1"/>
    <dgm:cxn modelId="{B89C8AED-D706-4DFB-9C12-8D303C256761}" type="presParOf" srcId="{7387DCCF-45AE-425F-98BA-28D27C690A1E}" destId="{236324B8-733B-4FF9-8935-EE81DA7DEFFB}" srcOrd="0" destOrd="0" presId="urn:microsoft.com/office/officeart/2005/8/layout/orgChart1"/>
    <dgm:cxn modelId="{2FEAC8B8-389E-4D1E-9A36-33C12788FE4E}" type="presParOf" srcId="{236324B8-733B-4FF9-8935-EE81DA7DEFFB}" destId="{14DDF56C-40DA-4FFF-83D4-4EDDBAA8608C}" srcOrd="0" destOrd="0" presId="urn:microsoft.com/office/officeart/2005/8/layout/orgChart1"/>
    <dgm:cxn modelId="{57F44372-5979-475C-AE51-53B2A04371FC}" type="presParOf" srcId="{236324B8-733B-4FF9-8935-EE81DA7DEFFB}" destId="{7DE8F1A6-A5D1-4CD9-9406-D9CD07E1F8B5}" srcOrd="1" destOrd="0" presId="urn:microsoft.com/office/officeart/2005/8/layout/orgChart1"/>
    <dgm:cxn modelId="{F7EC5CD7-5E00-4DC9-9F84-3221EBE5289E}" type="presParOf" srcId="{7387DCCF-45AE-425F-98BA-28D27C690A1E}" destId="{38443B2D-A274-4644-8423-6915649B83CC}" srcOrd="1" destOrd="0" presId="urn:microsoft.com/office/officeart/2005/8/layout/orgChart1"/>
    <dgm:cxn modelId="{3A8C1D2E-B822-425B-A400-365BFEF765CF}" type="presParOf" srcId="{7387DCCF-45AE-425F-98BA-28D27C690A1E}" destId="{C0E9C385-9FBC-4B4E-8D91-83415BBA3099}" srcOrd="2" destOrd="0" presId="urn:microsoft.com/office/officeart/2005/8/layout/orgChart1"/>
    <dgm:cxn modelId="{CDF94108-75BF-4D28-ACEE-7F1139D42B51}" type="presParOf" srcId="{250BD4DA-ABDC-4735-9009-83551061FD45}" destId="{DA5E2A0D-1B0A-4202-ABD3-266B3C03FF9D}" srcOrd="14" destOrd="0" presId="urn:microsoft.com/office/officeart/2005/8/layout/orgChart1"/>
    <dgm:cxn modelId="{CE651EAB-221D-494D-82F9-D73F4116E662}" type="presParOf" srcId="{250BD4DA-ABDC-4735-9009-83551061FD45}" destId="{33393B6A-1160-4046-9A5C-640768A324BA}" srcOrd="15" destOrd="0" presId="urn:microsoft.com/office/officeart/2005/8/layout/orgChart1"/>
    <dgm:cxn modelId="{F397FA49-F62B-47BC-938D-6665E8D3AE63}" type="presParOf" srcId="{33393B6A-1160-4046-9A5C-640768A324BA}" destId="{8FEDE51B-FA8C-4590-8403-6D0B1C0F4E19}" srcOrd="0" destOrd="0" presId="urn:microsoft.com/office/officeart/2005/8/layout/orgChart1"/>
    <dgm:cxn modelId="{4048278B-0B57-46E8-93C0-3A50AF4F326B}" type="presParOf" srcId="{8FEDE51B-FA8C-4590-8403-6D0B1C0F4E19}" destId="{A2102E89-8D98-4B45-8E99-FD9DB792036A}" srcOrd="0" destOrd="0" presId="urn:microsoft.com/office/officeart/2005/8/layout/orgChart1"/>
    <dgm:cxn modelId="{D6C78803-A4E5-40D0-8ADA-CFDF7793B858}" type="presParOf" srcId="{8FEDE51B-FA8C-4590-8403-6D0B1C0F4E19}" destId="{CB1F5AAE-F339-4E03-AD2C-E43B19B00D7E}" srcOrd="1" destOrd="0" presId="urn:microsoft.com/office/officeart/2005/8/layout/orgChart1"/>
    <dgm:cxn modelId="{90A407D1-0200-457B-AD51-58C969851C08}" type="presParOf" srcId="{33393B6A-1160-4046-9A5C-640768A324BA}" destId="{E739C463-0B19-489F-A75E-7462C645309E}" srcOrd="1" destOrd="0" presId="urn:microsoft.com/office/officeart/2005/8/layout/orgChart1"/>
    <dgm:cxn modelId="{039BA656-7D8D-4E25-8665-6EDDCB75DCBB}" type="presParOf" srcId="{33393B6A-1160-4046-9A5C-640768A324BA}" destId="{4CAD41A8-8267-4157-BDE2-849CB56F46FB}" srcOrd="2" destOrd="0" presId="urn:microsoft.com/office/officeart/2005/8/layout/orgChart1"/>
    <dgm:cxn modelId="{47FB5168-78C1-4184-AC21-AEA2D9CB45F3}" type="presParOf" srcId="{250BD4DA-ABDC-4735-9009-83551061FD45}" destId="{8F2B5BB1-3B1F-441C-AFB5-6BC2C6CFBFD5}" srcOrd="16" destOrd="0" presId="urn:microsoft.com/office/officeart/2005/8/layout/orgChart1"/>
    <dgm:cxn modelId="{9A5945E6-6992-426F-8B49-27D1D91ED957}" type="presParOf" srcId="{250BD4DA-ABDC-4735-9009-83551061FD45}" destId="{F0243390-93E3-4BCA-879E-8BF98B61D2F2}" srcOrd="17" destOrd="0" presId="urn:microsoft.com/office/officeart/2005/8/layout/orgChart1"/>
    <dgm:cxn modelId="{3893CBE5-DCFA-4264-AB18-B1EDDCBC79DD}" type="presParOf" srcId="{F0243390-93E3-4BCA-879E-8BF98B61D2F2}" destId="{83A7AB96-F261-470B-AEE4-17D218E97990}" srcOrd="0" destOrd="0" presId="urn:microsoft.com/office/officeart/2005/8/layout/orgChart1"/>
    <dgm:cxn modelId="{C00F313F-C007-4165-9829-496C4F7B6B0C}" type="presParOf" srcId="{83A7AB96-F261-470B-AEE4-17D218E97990}" destId="{F58291C0-979B-46A5-BB50-28FA4F979B38}" srcOrd="0" destOrd="0" presId="urn:microsoft.com/office/officeart/2005/8/layout/orgChart1"/>
    <dgm:cxn modelId="{25A641E1-8427-4209-B4A6-5E088C42DB31}" type="presParOf" srcId="{83A7AB96-F261-470B-AEE4-17D218E97990}" destId="{C33BDF6A-3001-4A68-93AF-A20F75FF15AF}" srcOrd="1" destOrd="0" presId="urn:microsoft.com/office/officeart/2005/8/layout/orgChart1"/>
    <dgm:cxn modelId="{95AF8FA9-30A4-46BE-9E3E-6D4C360DB529}" type="presParOf" srcId="{F0243390-93E3-4BCA-879E-8BF98B61D2F2}" destId="{ED15118C-63C4-4D32-9C8E-2AF3FFD0CA71}" srcOrd="1" destOrd="0" presId="urn:microsoft.com/office/officeart/2005/8/layout/orgChart1"/>
    <dgm:cxn modelId="{D5CCF781-4E33-4914-BEDA-F4177362CA03}" type="presParOf" srcId="{F0243390-93E3-4BCA-879E-8BF98B61D2F2}" destId="{1E76451F-3761-432E-A958-74D64E0DB47E}" srcOrd="2" destOrd="0" presId="urn:microsoft.com/office/officeart/2005/8/layout/orgChart1"/>
    <dgm:cxn modelId="{51E70479-3F76-4844-B327-90D692C4535D}" type="presParOf" srcId="{250BD4DA-ABDC-4735-9009-83551061FD45}" destId="{E8030F53-8940-47D5-8AD2-E37A55E9B5B0}" srcOrd="18" destOrd="0" presId="urn:microsoft.com/office/officeart/2005/8/layout/orgChart1"/>
    <dgm:cxn modelId="{289CEA35-6492-4030-B273-30B00FD8B6DF}" type="presParOf" srcId="{250BD4DA-ABDC-4735-9009-83551061FD45}" destId="{607C8D36-83B0-475A-89AB-0698E9245AE6}" srcOrd="19" destOrd="0" presId="urn:microsoft.com/office/officeart/2005/8/layout/orgChart1"/>
    <dgm:cxn modelId="{61067FFF-0F4B-4FF5-BC01-0EBD276126E4}" type="presParOf" srcId="{607C8D36-83B0-475A-89AB-0698E9245AE6}" destId="{317E311A-5794-480B-A5F5-48A18DC107C2}" srcOrd="0" destOrd="0" presId="urn:microsoft.com/office/officeart/2005/8/layout/orgChart1"/>
    <dgm:cxn modelId="{B86D6AB6-0EE6-49E5-8792-C432B3D60F2D}" type="presParOf" srcId="{317E311A-5794-480B-A5F5-48A18DC107C2}" destId="{A23F431F-C508-4CE6-9996-4ABE37C8A2D1}" srcOrd="0" destOrd="0" presId="urn:microsoft.com/office/officeart/2005/8/layout/orgChart1"/>
    <dgm:cxn modelId="{81497A56-F404-4F22-ADDE-D3D64F84146A}" type="presParOf" srcId="{317E311A-5794-480B-A5F5-48A18DC107C2}" destId="{9456750D-D4F3-428F-AB05-089E41D9DE97}" srcOrd="1" destOrd="0" presId="urn:microsoft.com/office/officeart/2005/8/layout/orgChart1"/>
    <dgm:cxn modelId="{377089B7-7B7A-4DD7-8BD0-9701640AC64C}" type="presParOf" srcId="{607C8D36-83B0-475A-89AB-0698E9245AE6}" destId="{0A28C401-18D8-48BE-B0AE-8BB321F05735}" srcOrd="1" destOrd="0" presId="urn:microsoft.com/office/officeart/2005/8/layout/orgChart1"/>
    <dgm:cxn modelId="{AD4C635B-5984-4578-A132-124CF7B94FB4}" type="presParOf" srcId="{0A28C401-18D8-48BE-B0AE-8BB321F05735}" destId="{19C70DE6-0F1E-4D6D-9821-7B5C4A4BD7DB}" srcOrd="0" destOrd="0" presId="urn:microsoft.com/office/officeart/2005/8/layout/orgChart1"/>
    <dgm:cxn modelId="{A154EBA2-4318-48FD-B860-F59C3D32DB27}" type="presParOf" srcId="{0A28C401-18D8-48BE-B0AE-8BB321F05735}" destId="{D69B74FC-886A-4632-B84F-D2C7648D631E}" srcOrd="1" destOrd="0" presId="urn:microsoft.com/office/officeart/2005/8/layout/orgChart1"/>
    <dgm:cxn modelId="{F6AC3EDB-6755-47D1-B7EF-38FD23D8A40E}" type="presParOf" srcId="{D69B74FC-886A-4632-B84F-D2C7648D631E}" destId="{CDF55255-D151-4ACD-88AF-8690AA59F33E}" srcOrd="0" destOrd="0" presId="urn:microsoft.com/office/officeart/2005/8/layout/orgChart1"/>
    <dgm:cxn modelId="{DEE803F6-BB97-4C00-8633-EBBB71E51710}" type="presParOf" srcId="{CDF55255-D151-4ACD-88AF-8690AA59F33E}" destId="{AE0199A6-1794-46CD-8CE9-51E529F2005F}" srcOrd="0" destOrd="0" presId="urn:microsoft.com/office/officeart/2005/8/layout/orgChart1"/>
    <dgm:cxn modelId="{A7E9F57D-6E5F-4A71-A1A2-AE64250C1A6E}" type="presParOf" srcId="{CDF55255-D151-4ACD-88AF-8690AA59F33E}" destId="{67A59032-8A74-4FFB-9436-995CEDC2073C}" srcOrd="1" destOrd="0" presId="urn:microsoft.com/office/officeart/2005/8/layout/orgChart1"/>
    <dgm:cxn modelId="{83082407-872C-463C-8D22-21E2D02312E0}" type="presParOf" srcId="{D69B74FC-886A-4632-B84F-D2C7648D631E}" destId="{73183E8D-51CE-4C0D-BCED-2A25659F12B9}" srcOrd="1" destOrd="0" presId="urn:microsoft.com/office/officeart/2005/8/layout/orgChart1"/>
    <dgm:cxn modelId="{F1C47911-3C19-40A9-8ACB-A5F8730AA07B}" type="presParOf" srcId="{D69B74FC-886A-4632-B84F-D2C7648D631E}" destId="{5552A8B1-7360-489A-9A81-056EA51AD47D}" srcOrd="2" destOrd="0" presId="urn:microsoft.com/office/officeart/2005/8/layout/orgChart1"/>
    <dgm:cxn modelId="{B4E1EB2B-2AB0-4C80-930A-E43CD1FAB3D0}" type="presParOf" srcId="{607C8D36-83B0-475A-89AB-0698E9245AE6}" destId="{6A33CA2E-045A-4DC2-8E93-4B43B741EE3E}" srcOrd="2" destOrd="0" presId="urn:microsoft.com/office/officeart/2005/8/layout/orgChart1"/>
    <dgm:cxn modelId="{CEDB44DC-F69C-420B-BB83-FB0796DC9401}" type="presParOf" srcId="{250BD4DA-ABDC-4735-9009-83551061FD45}" destId="{AF3AE31D-62A4-4560-8038-C76B418668E0}" srcOrd="20" destOrd="0" presId="urn:microsoft.com/office/officeart/2005/8/layout/orgChart1"/>
    <dgm:cxn modelId="{EDB337B3-F0B8-4F45-A6F3-236ECA981756}" type="presParOf" srcId="{250BD4DA-ABDC-4735-9009-83551061FD45}" destId="{A09CA068-77DF-49B9-A1B4-4C174DC5B936}" srcOrd="21" destOrd="0" presId="urn:microsoft.com/office/officeart/2005/8/layout/orgChart1"/>
    <dgm:cxn modelId="{A1251095-63BD-4063-8239-2FEE857CF109}" type="presParOf" srcId="{A09CA068-77DF-49B9-A1B4-4C174DC5B936}" destId="{13638B15-C147-4018-88E3-0C319A14FBB8}" srcOrd="0" destOrd="0" presId="urn:microsoft.com/office/officeart/2005/8/layout/orgChart1"/>
    <dgm:cxn modelId="{BF0F546E-DCA7-4F13-9EE7-D637F40B8998}" type="presParOf" srcId="{13638B15-C147-4018-88E3-0C319A14FBB8}" destId="{2D5426BD-856D-4192-9A11-82D61258FC98}" srcOrd="0" destOrd="0" presId="urn:microsoft.com/office/officeart/2005/8/layout/orgChart1"/>
    <dgm:cxn modelId="{741AE170-CAB3-4831-B9B9-A878481DF98E}" type="presParOf" srcId="{13638B15-C147-4018-88E3-0C319A14FBB8}" destId="{A5637322-6C0D-4606-81B8-C3E35357D7F2}" srcOrd="1" destOrd="0" presId="urn:microsoft.com/office/officeart/2005/8/layout/orgChart1"/>
    <dgm:cxn modelId="{FDC52864-A2B1-493F-8AE8-9EA27477390E}" type="presParOf" srcId="{A09CA068-77DF-49B9-A1B4-4C174DC5B936}" destId="{086A4B95-0ECE-4A79-BD55-F62A4F8F540E}" srcOrd="1" destOrd="0" presId="urn:microsoft.com/office/officeart/2005/8/layout/orgChart1"/>
    <dgm:cxn modelId="{96FEBE4F-3C7E-4778-B160-030594ED7003}" type="presParOf" srcId="{086A4B95-0ECE-4A79-BD55-F62A4F8F540E}" destId="{5904120F-6EE7-4055-9573-23F96D26E528}" srcOrd="0" destOrd="0" presId="urn:microsoft.com/office/officeart/2005/8/layout/orgChart1"/>
    <dgm:cxn modelId="{CA297A94-34AD-4244-9663-DCABBA4E0C4F}" type="presParOf" srcId="{086A4B95-0ECE-4A79-BD55-F62A4F8F540E}" destId="{015E62B3-B6D3-4D26-A7AE-7254C84BEDCA}" srcOrd="1" destOrd="0" presId="urn:microsoft.com/office/officeart/2005/8/layout/orgChart1"/>
    <dgm:cxn modelId="{BF9C1EDB-9750-4514-B85C-973FF1F0E7E7}" type="presParOf" srcId="{015E62B3-B6D3-4D26-A7AE-7254C84BEDCA}" destId="{7EE3E615-9504-4FAE-9591-54D46D39A9CC}" srcOrd="0" destOrd="0" presId="urn:microsoft.com/office/officeart/2005/8/layout/orgChart1"/>
    <dgm:cxn modelId="{E9CFDE1F-6369-48F8-821D-5A8AA33CEA2C}" type="presParOf" srcId="{7EE3E615-9504-4FAE-9591-54D46D39A9CC}" destId="{C1CA8CFC-7359-4F09-A6FA-3E1840F4F9CC}" srcOrd="0" destOrd="0" presId="urn:microsoft.com/office/officeart/2005/8/layout/orgChart1"/>
    <dgm:cxn modelId="{A873E3B2-3A27-4C89-A20B-315665941A43}" type="presParOf" srcId="{7EE3E615-9504-4FAE-9591-54D46D39A9CC}" destId="{BE068453-5658-4EAD-A2F7-3D879C2DF2F5}" srcOrd="1" destOrd="0" presId="urn:microsoft.com/office/officeart/2005/8/layout/orgChart1"/>
    <dgm:cxn modelId="{0C191BDE-D82A-4F6B-83FD-16304782FE9D}" type="presParOf" srcId="{015E62B3-B6D3-4D26-A7AE-7254C84BEDCA}" destId="{6D686C52-79B0-47DD-A5A7-7B9E5B66287B}" srcOrd="1" destOrd="0" presId="urn:microsoft.com/office/officeart/2005/8/layout/orgChart1"/>
    <dgm:cxn modelId="{ED6CB912-16EB-478C-A0A5-3076C5A5F5F7}" type="presParOf" srcId="{015E62B3-B6D3-4D26-A7AE-7254C84BEDCA}" destId="{59B72282-075B-4202-A4B3-F9F7DCAD4401}" srcOrd="2" destOrd="0" presId="urn:microsoft.com/office/officeart/2005/8/layout/orgChart1"/>
    <dgm:cxn modelId="{FB389739-9E96-45F8-88BA-6407C0C80A6E}" type="presParOf" srcId="{086A4B95-0ECE-4A79-BD55-F62A4F8F540E}" destId="{CF97990D-E44B-4305-9D2F-56D09168983C}" srcOrd="2" destOrd="0" presId="urn:microsoft.com/office/officeart/2005/8/layout/orgChart1"/>
    <dgm:cxn modelId="{FA5E9D1F-9257-4F80-B6DD-6AACD90A98CB}" type="presParOf" srcId="{086A4B95-0ECE-4A79-BD55-F62A4F8F540E}" destId="{58265A02-46D9-4C6A-ADA6-6F8BA32B30A9}" srcOrd="3" destOrd="0" presId="urn:microsoft.com/office/officeart/2005/8/layout/orgChart1"/>
    <dgm:cxn modelId="{89B7FA1D-9152-47A6-8B5B-07C67BF29CDF}" type="presParOf" srcId="{58265A02-46D9-4C6A-ADA6-6F8BA32B30A9}" destId="{D93FBF63-7D8F-46DA-A083-631A4D308C82}" srcOrd="0" destOrd="0" presId="urn:microsoft.com/office/officeart/2005/8/layout/orgChart1"/>
    <dgm:cxn modelId="{D24CC46F-69F3-43AC-8C46-535491D9FEC3}" type="presParOf" srcId="{D93FBF63-7D8F-46DA-A083-631A4D308C82}" destId="{415B622E-82A6-4438-85E0-F5101F9614D6}" srcOrd="0" destOrd="0" presId="urn:microsoft.com/office/officeart/2005/8/layout/orgChart1"/>
    <dgm:cxn modelId="{FBFB9265-10BC-4DC8-90DB-66D9C22D740E}" type="presParOf" srcId="{D93FBF63-7D8F-46DA-A083-631A4D308C82}" destId="{575E7E9D-150C-4AA8-9FB5-667140613293}" srcOrd="1" destOrd="0" presId="urn:microsoft.com/office/officeart/2005/8/layout/orgChart1"/>
    <dgm:cxn modelId="{21FCC7B6-E82F-4F13-9D86-58BC4F6AC6A1}" type="presParOf" srcId="{58265A02-46D9-4C6A-ADA6-6F8BA32B30A9}" destId="{8D336CA0-B355-46BB-943F-82EAFF4C8BBA}" srcOrd="1" destOrd="0" presId="urn:microsoft.com/office/officeart/2005/8/layout/orgChart1"/>
    <dgm:cxn modelId="{67F04B38-64D5-464B-A6FA-46CD62816F46}" type="presParOf" srcId="{58265A02-46D9-4C6A-ADA6-6F8BA32B30A9}" destId="{6B7BA010-8C10-4353-9261-4C1302C80927}" srcOrd="2" destOrd="0" presId="urn:microsoft.com/office/officeart/2005/8/layout/orgChart1"/>
    <dgm:cxn modelId="{FA72532C-04C0-4376-AC10-AE5A44D6A75C}" type="presParOf" srcId="{086A4B95-0ECE-4A79-BD55-F62A4F8F540E}" destId="{F4FA8EF9-71D2-4B17-9E53-578635D66AA0}" srcOrd="4" destOrd="0" presId="urn:microsoft.com/office/officeart/2005/8/layout/orgChart1"/>
    <dgm:cxn modelId="{A8E2FE3F-1DCA-48E8-B2A5-8DE483F5A0E0}" type="presParOf" srcId="{086A4B95-0ECE-4A79-BD55-F62A4F8F540E}" destId="{6E00D6B0-EB5A-447A-8F47-CBE1D021CF57}" srcOrd="5" destOrd="0" presId="urn:microsoft.com/office/officeart/2005/8/layout/orgChart1"/>
    <dgm:cxn modelId="{565A2D35-9851-415E-A03D-550B52089A51}" type="presParOf" srcId="{6E00D6B0-EB5A-447A-8F47-CBE1D021CF57}" destId="{CCF6C184-986C-4D2E-9FD7-731ACF5620B0}" srcOrd="0" destOrd="0" presId="urn:microsoft.com/office/officeart/2005/8/layout/orgChart1"/>
    <dgm:cxn modelId="{C497AE7D-320B-4C9C-B790-42EE9C5C8854}" type="presParOf" srcId="{CCF6C184-986C-4D2E-9FD7-731ACF5620B0}" destId="{61B053E0-9CE1-45B6-89FA-ACAAF3AA6E73}" srcOrd="0" destOrd="0" presId="urn:microsoft.com/office/officeart/2005/8/layout/orgChart1"/>
    <dgm:cxn modelId="{755FB458-740D-4C94-879D-27B699F7CD96}" type="presParOf" srcId="{CCF6C184-986C-4D2E-9FD7-731ACF5620B0}" destId="{D05EB002-9620-436B-A1E6-CD20EBED98C4}" srcOrd="1" destOrd="0" presId="urn:microsoft.com/office/officeart/2005/8/layout/orgChart1"/>
    <dgm:cxn modelId="{0EA49233-7FCC-48D3-A0A2-EC2871326759}" type="presParOf" srcId="{6E00D6B0-EB5A-447A-8F47-CBE1D021CF57}" destId="{B1C21AD1-9529-45BE-9848-A3E883ED4946}" srcOrd="1" destOrd="0" presId="urn:microsoft.com/office/officeart/2005/8/layout/orgChart1"/>
    <dgm:cxn modelId="{6A8BD0AA-CADD-4F22-A074-4DE41AF61EA9}" type="presParOf" srcId="{6E00D6B0-EB5A-447A-8F47-CBE1D021CF57}" destId="{F3C5204E-B78D-4F9A-881E-EABCB823E717}" srcOrd="2" destOrd="0" presId="urn:microsoft.com/office/officeart/2005/8/layout/orgChart1"/>
    <dgm:cxn modelId="{D9CFB3D3-8820-45A3-A76E-EDE3F745ECB3}" type="presParOf" srcId="{A09CA068-77DF-49B9-A1B4-4C174DC5B936}" destId="{3878148D-E721-49D9-B1AD-275C7B339AAD}" srcOrd="2" destOrd="0" presId="urn:microsoft.com/office/officeart/2005/8/layout/orgChart1"/>
    <dgm:cxn modelId="{5155462C-84A0-44EF-902F-FF95BF5FB1D3}" type="presParOf" srcId="{250BD4DA-ABDC-4735-9009-83551061FD45}" destId="{7EEAF5B2-2107-4B3C-953B-299E7DC72DCE}" srcOrd="22" destOrd="0" presId="urn:microsoft.com/office/officeart/2005/8/layout/orgChart1"/>
    <dgm:cxn modelId="{F0B94F43-6AD1-41DA-B453-D61835382B38}" type="presParOf" srcId="{250BD4DA-ABDC-4735-9009-83551061FD45}" destId="{214CB3D2-F2CC-4B57-94CD-3F53A5BECDEE}" srcOrd="23" destOrd="0" presId="urn:microsoft.com/office/officeart/2005/8/layout/orgChart1"/>
    <dgm:cxn modelId="{15D66E49-16DB-4261-AD0C-F33EBE85FE1B}" type="presParOf" srcId="{214CB3D2-F2CC-4B57-94CD-3F53A5BECDEE}" destId="{1AC31E81-E0BF-43D4-8F79-0BA08F5A65DD}" srcOrd="0" destOrd="0" presId="urn:microsoft.com/office/officeart/2005/8/layout/orgChart1"/>
    <dgm:cxn modelId="{F4164D2D-BB23-4C4B-890C-C74FCBE58913}" type="presParOf" srcId="{1AC31E81-E0BF-43D4-8F79-0BA08F5A65DD}" destId="{64502D91-D7E5-429A-9E3C-20DFA42BA3D9}" srcOrd="0" destOrd="0" presId="urn:microsoft.com/office/officeart/2005/8/layout/orgChart1"/>
    <dgm:cxn modelId="{8DE25A95-4598-48C7-BE7A-D0E35529CB7E}" type="presParOf" srcId="{1AC31E81-E0BF-43D4-8F79-0BA08F5A65DD}" destId="{093F37FF-A3A0-4FDB-AE7D-52949909C0E3}" srcOrd="1" destOrd="0" presId="urn:microsoft.com/office/officeart/2005/8/layout/orgChart1"/>
    <dgm:cxn modelId="{252DFE15-6051-4D35-9E7A-5A445089F708}" type="presParOf" srcId="{214CB3D2-F2CC-4B57-94CD-3F53A5BECDEE}" destId="{16C55B82-DD54-4DDE-B069-3451C8EA1A9D}" srcOrd="1" destOrd="0" presId="urn:microsoft.com/office/officeart/2005/8/layout/orgChart1"/>
    <dgm:cxn modelId="{DE4E4A05-85DA-4412-848A-984935439181}" type="presParOf" srcId="{214CB3D2-F2CC-4B57-94CD-3F53A5BECDEE}" destId="{3835B2AE-6382-4877-9D4B-0BF76E956C35}" srcOrd="2" destOrd="0" presId="urn:microsoft.com/office/officeart/2005/8/layout/orgChart1"/>
    <dgm:cxn modelId="{A1FD5B1B-A251-45F4-90BB-3AE1DB33971E}" type="presParOf" srcId="{250BD4DA-ABDC-4735-9009-83551061FD45}" destId="{1724FAF1-9F99-44A4-BB1E-26CE3C4EF46E}" srcOrd="24" destOrd="0" presId="urn:microsoft.com/office/officeart/2005/8/layout/orgChart1"/>
    <dgm:cxn modelId="{D7A30432-44B1-496C-92DC-B4C69519E8D0}" type="presParOf" srcId="{250BD4DA-ABDC-4735-9009-83551061FD45}" destId="{940B4459-2FF3-4E2C-BC83-C9F79051631E}" srcOrd="25" destOrd="0" presId="urn:microsoft.com/office/officeart/2005/8/layout/orgChart1"/>
    <dgm:cxn modelId="{E7561CAD-ED30-4D9F-98C4-A81B62A17447}" type="presParOf" srcId="{940B4459-2FF3-4E2C-BC83-C9F79051631E}" destId="{0B3174E7-976A-4CD2-AF38-06EA6B7DBA10}" srcOrd="0" destOrd="0" presId="urn:microsoft.com/office/officeart/2005/8/layout/orgChart1"/>
    <dgm:cxn modelId="{2519A7B1-8D11-4490-A5A1-AF6B074E5CF4}" type="presParOf" srcId="{0B3174E7-976A-4CD2-AF38-06EA6B7DBA10}" destId="{D116C598-2088-42A9-A2FC-8877B2798C08}" srcOrd="0" destOrd="0" presId="urn:microsoft.com/office/officeart/2005/8/layout/orgChart1"/>
    <dgm:cxn modelId="{B69BE16A-AA16-4BF1-91C8-86E4C9F73473}" type="presParOf" srcId="{0B3174E7-976A-4CD2-AF38-06EA6B7DBA10}" destId="{48D77443-0F98-45F8-974F-5773076D283F}" srcOrd="1" destOrd="0" presId="urn:microsoft.com/office/officeart/2005/8/layout/orgChart1"/>
    <dgm:cxn modelId="{4FC0FCD5-242B-4A1C-A23C-24EB7004391F}" type="presParOf" srcId="{940B4459-2FF3-4E2C-BC83-C9F79051631E}" destId="{F2259099-D846-4FAD-8EA0-FCC78A9FBF51}" srcOrd="1" destOrd="0" presId="urn:microsoft.com/office/officeart/2005/8/layout/orgChart1"/>
    <dgm:cxn modelId="{EB47A94E-61AD-491B-8779-684E2A3D10F9}" type="presParOf" srcId="{940B4459-2FF3-4E2C-BC83-C9F79051631E}" destId="{279EAFDF-B8FB-445C-9409-0E20D5BB9CE8}" srcOrd="2" destOrd="0" presId="urn:microsoft.com/office/officeart/2005/8/layout/orgChart1"/>
    <dgm:cxn modelId="{BFFC1220-3ADB-49D6-810E-9A032AA3F6A3}" type="presParOf" srcId="{250BD4DA-ABDC-4735-9009-83551061FD45}" destId="{78E6C8FF-57E3-4FDC-AB63-04A2E46BA518}" srcOrd="26" destOrd="0" presId="urn:microsoft.com/office/officeart/2005/8/layout/orgChart1"/>
    <dgm:cxn modelId="{A9EB84DE-5B48-4324-AAE8-766663D6E026}" type="presParOf" srcId="{250BD4DA-ABDC-4735-9009-83551061FD45}" destId="{177458A9-A259-4BBC-82E9-4B0BF54A433C}" srcOrd="27" destOrd="0" presId="urn:microsoft.com/office/officeart/2005/8/layout/orgChart1"/>
    <dgm:cxn modelId="{9FAEE697-1CDB-41F1-AD0C-D238D573FE54}" type="presParOf" srcId="{177458A9-A259-4BBC-82E9-4B0BF54A433C}" destId="{76615448-85B5-4349-8B6E-665993387B49}" srcOrd="0" destOrd="0" presId="urn:microsoft.com/office/officeart/2005/8/layout/orgChart1"/>
    <dgm:cxn modelId="{FED93A51-9E91-4402-BC39-992D8E659F5C}" type="presParOf" srcId="{76615448-85B5-4349-8B6E-665993387B49}" destId="{67287622-040D-4D7F-823B-07FC6779E310}" srcOrd="0" destOrd="0" presId="urn:microsoft.com/office/officeart/2005/8/layout/orgChart1"/>
    <dgm:cxn modelId="{7B74A549-C69B-455B-A1FC-1BA82775D914}" type="presParOf" srcId="{76615448-85B5-4349-8B6E-665993387B49}" destId="{DC9585E7-DB2E-4D39-8F7C-3004C447DFDD}" srcOrd="1" destOrd="0" presId="urn:microsoft.com/office/officeart/2005/8/layout/orgChart1"/>
    <dgm:cxn modelId="{35409C0B-5CF5-4945-B98E-F3E46B33043D}" type="presParOf" srcId="{177458A9-A259-4BBC-82E9-4B0BF54A433C}" destId="{03D88462-30BC-4343-8889-61AFFF050DE1}" srcOrd="1" destOrd="0" presId="urn:microsoft.com/office/officeart/2005/8/layout/orgChart1"/>
    <dgm:cxn modelId="{1CF65558-2BBD-4CFE-8CED-FA32EEB3A2A0}" type="presParOf" srcId="{177458A9-A259-4BBC-82E9-4B0BF54A433C}" destId="{0BC01E1C-E394-4CC8-AC00-85B7700F7597}" srcOrd="2" destOrd="0" presId="urn:microsoft.com/office/officeart/2005/8/layout/orgChart1"/>
    <dgm:cxn modelId="{53380962-B61C-4DAF-88C3-53A623F05F0E}" type="presParOf" srcId="{2683A008-49EB-4DD2-B457-1173B3B7E35E}" destId="{163F32F0-61F7-4D48-892B-E96708AC170E}" srcOrd="2" destOrd="0" presId="urn:microsoft.com/office/officeart/2005/8/layout/orgChart1"/>
    <dgm:cxn modelId="{54E26DA3-F500-43CF-9725-1ACC5033C393}" type="presParOf" srcId="{9CA5C814-2B14-4B6A-8CD3-CA3A7B7B7304}" destId="{291E0525-CFA2-4914-B9E9-D0B3E0207EE1}" srcOrd="2" destOrd="0" presId="urn:microsoft.com/office/officeart/2005/8/layout/orgChart1"/>
    <dgm:cxn modelId="{2E239794-76C0-444B-A8BD-14A9BF64934F}" type="presParOf" srcId="{9CA5C814-2B14-4B6A-8CD3-CA3A7B7B7304}" destId="{DC7F5589-3D8D-4A2D-810E-B89EA182A6FB}" srcOrd="3" destOrd="0" presId="urn:microsoft.com/office/officeart/2005/8/layout/orgChart1"/>
    <dgm:cxn modelId="{F3DAB188-7894-4210-B3FA-EAA1551A5270}" type="presParOf" srcId="{DC7F5589-3D8D-4A2D-810E-B89EA182A6FB}" destId="{21C2D303-2CAE-435B-AC9B-4C0B9D6452CC}" srcOrd="0" destOrd="0" presId="urn:microsoft.com/office/officeart/2005/8/layout/orgChart1"/>
    <dgm:cxn modelId="{8A11D5C9-5C9B-4D9C-AB46-D11911AF7BED}" type="presParOf" srcId="{21C2D303-2CAE-435B-AC9B-4C0B9D6452CC}" destId="{1359357D-AC17-47B3-A3C7-78DBE090BFE7}" srcOrd="0" destOrd="0" presId="urn:microsoft.com/office/officeart/2005/8/layout/orgChart1"/>
    <dgm:cxn modelId="{5E4B566A-2727-449E-882F-A0D462FB00D9}" type="presParOf" srcId="{21C2D303-2CAE-435B-AC9B-4C0B9D6452CC}" destId="{227C303C-DBBA-4AEC-BDBD-802CEE8CBB09}" srcOrd="1" destOrd="0" presId="urn:microsoft.com/office/officeart/2005/8/layout/orgChart1"/>
    <dgm:cxn modelId="{1B17C300-DE56-4397-AE4E-6437733FD3C1}" type="presParOf" srcId="{DC7F5589-3D8D-4A2D-810E-B89EA182A6FB}" destId="{A4836C1E-C841-4EAD-BB8D-E4E3AF0825D7}" srcOrd="1" destOrd="0" presId="urn:microsoft.com/office/officeart/2005/8/layout/orgChart1"/>
    <dgm:cxn modelId="{FA17B3FE-1784-4496-A95D-8AB1643536E7}" type="presParOf" srcId="{DC7F5589-3D8D-4A2D-810E-B89EA182A6FB}" destId="{5E7443FB-29D2-42EE-A661-263D5972AB5B}" srcOrd="2" destOrd="0" presId="urn:microsoft.com/office/officeart/2005/8/layout/orgChart1"/>
    <dgm:cxn modelId="{65D8C0E2-639F-4C31-B460-5489C9D518E2}" type="presParOf" srcId="{9CA5C814-2B14-4B6A-8CD3-CA3A7B7B7304}" destId="{F6D10819-F565-4B32-8396-121E44DDF757}" srcOrd="4" destOrd="0" presId="urn:microsoft.com/office/officeart/2005/8/layout/orgChart1"/>
    <dgm:cxn modelId="{A5513748-82AE-4AD1-A135-6DE41CAD24C2}" type="presParOf" srcId="{9CA5C814-2B14-4B6A-8CD3-CA3A7B7B7304}" destId="{E4E301CA-3678-47D7-A148-86C2EA2D4E73}" srcOrd="5" destOrd="0" presId="urn:microsoft.com/office/officeart/2005/8/layout/orgChart1"/>
    <dgm:cxn modelId="{5C40F795-D71F-40E2-93C6-912C5D8C7234}" type="presParOf" srcId="{E4E301CA-3678-47D7-A148-86C2EA2D4E73}" destId="{414447D9-305A-4849-81F8-0E8B5319C81F}" srcOrd="0" destOrd="0" presId="urn:microsoft.com/office/officeart/2005/8/layout/orgChart1"/>
    <dgm:cxn modelId="{803B15D6-7568-425F-873A-243416256672}" type="presParOf" srcId="{414447D9-305A-4849-81F8-0E8B5319C81F}" destId="{52F6E074-DCD4-4DFE-9B85-8A403EDE2543}" srcOrd="0" destOrd="0" presId="urn:microsoft.com/office/officeart/2005/8/layout/orgChart1"/>
    <dgm:cxn modelId="{1B320069-976A-49C4-A923-C4BCC033953A}" type="presParOf" srcId="{414447D9-305A-4849-81F8-0E8B5319C81F}" destId="{EC8F8B8D-DA05-49D1-BB44-8451FCA8023C}" srcOrd="1" destOrd="0" presId="urn:microsoft.com/office/officeart/2005/8/layout/orgChart1"/>
    <dgm:cxn modelId="{BA3915D2-2A33-4639-8548-CA717D7C30FF}" type="presParOf" srcId="{E4E301CA-3678-47D7-A148-86C2EA2D4E73}" destId="{BEF8C3F7-E3F6-4460-8C48-DF55597A3438}" srcOrd="1" destOrd="0" presId="urn:microsoft.com/office/officeart/2005/8/layout/orgChart1"/>
    <dgm:cxn modelId="{E8E2F27D-7219-4F7F-B940-3639BB71F564}" type="presParOf" srcId="{BEF8C3F7-E3F6-4460-8C48-DF55597A3438}" destId="{A2144D39-5E09-46DC-98F6-C90AAC11CC9F}" srcOrd="0" destOrd="0" presId="urn:microsoft.com/office/officeart/2005/8/layout/orgChart1"/>
    <dgm:cxn modelId="{D4DF0CE4-EA63-4A79-822D-ECF8BACD18E5}" type="presParOf" srcId="{BEF8C3F7-E3F6-4460-8C48-DF55597A3438}" destId="{2F1DCEE8-F8D9-423E-9E47-41D5375F5BB2}" srcOrd="1" destOrd="0" presId="urn:microsoft.com/office/officeart/2005/8/layout/orgChart1"/>
    <dgm:cxn modelId="{75ED1EF4-DC92-42D5-A310-696158ED7752}" type="presParOf" srcId="{2F1DCEE8-F8D9-423E-9E47-41D5375F5BB2}" destId="{E5F9B226-2550-4B11-B50E-8369C6B53DE8}" srcOrd="0" destOrd="0" presId="urn:microsoft.com/office/officeart/2005/8/layout/orgChart1"/>
    <dgm:cxn modelId="{062AEF87-BD72-48DD-91ED-7EE26E38B78D}" type="presParOf" srcId="{E5F9B226-2550-4B11-B50E-8369C6B53DE8}" destId="{140EC5B0-65BF-44C6-B4C9-DBD77831584C}" srcOrd="0" destOrd="0" presId="urn:microsoft.com/office/officeart/2005/8/layout/orgChart1"/>
    <dgm:cxn modelId="{FD08F20D-3609-4759-8D79-B9148DD36FA8}" type="presParOf" srcId="{E5F9B226-2550-4B11-B50E-8369C6B53DE8}" destId="{3B7BC0D6-BFFD-49C8-908E-C83848DB7B89}" srcOrd="1" destOrd="0" presId="urn:microsoft.com/office/officeart/2005/8/layout/orgChart1"/>
    <dgm:cxn modelId="{8AE31A93-7149-4BBF-A71A-D80C8FCF6457}" type="presParOf" srcId="{2F1DCEE8-F8D9-423E-9E47-41D5375F5BB2}" destId="{3F9DA684-C2B7-4E0C-996C-B41F2192DE6B}" srcOrd="1" destOrd="0" presId="urn:microsoft.com/office/officeart/2005/8/layout/orgChart1"/>
    <dgm:cxn modelId="{A2965DD5-2B1B-451F-B4DE-908003F5F4E3}" type="presParOf" srcId="{2F1DCEE8-F8D9-423E-9E47-41D5375F5BB2}" destId="{16E1EE81-B774-4D34-A4D7-AA3B57A901D3}" srcOrd="2" destOrd="0" presId="urn:microsoft.com/office/officeart/2005/8/layout/orgChart1"/>
    <dgm:cxn modelId="{F4ABE7CF-3FFD-43BB-9018-CAFAD5AC6E26}" type="presParOf" srcId="{E4E301CA-3678-47D7-A148-86C2EA2D4E73}" destId="{6665AC81-7C17-433D-9EDA-BD03A845510B}" srcOrd="2" destOrd="0" presId="urn:microsoft.com/office/officeart/2005/8/layout/orgChart1"/>
    <dgm:cxn modelId="{C0A53364-6E76-4FB2-8A39-2E1AF5C8128A}" type="presParOf" srcId="{90C30FBC-51BB-42A4-B421-57D18FB548D4}" destId="{3AD0FC2E-83D4-4313-9CD3-F5BB94CBA418}" srcOrd="2" destOrd="0" presId="urn:microsoft.com/office/officeart/2005/8/layout/orgChart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752861-81EB-44A6-A4F4-1B993E0D2F60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CA"/>
        </a:p>
      </dgm:t>
    </dgm:pt>
    <dgm:pt modelId="{9996DD50-E672-4F69-89A6-2388F31218AD}">
      <dgm:prSet phldrT="[Text]"/>
      <dgm:spPr/>
      <dgm:t>
        <a:bodyPr/>
        <a:lstStyle/>
        <a:p>
          <a:r>
            <a:rPr lang="en-CA"/>
            <a:t>Western Canada Trust</a:t>
          </a:r>
        </a:p>
      </dgm:t>
    </dgm:pt>
    <dgm:pt modelId="{94E9A18B-40E3-4CB8-BF48-BDF1B1673455}" type="parTrans" cxnId="{0DDBDDDB-6EAB-4A76-9549-1D48D5898EF4}">
      <dgm:prSet/>
      <dgm:spPr/>
      <dgm:t>
        <a:bodyPr/>
        <a:lstStyle/>
        <a:p>
          <a:endParaRPr lang="en-CA"/>
        </a:p>
      </dgm:t>
    </dgm:pt>
    <dgm:pt modelId="{1D11FD1B-A032-49BA-AAE1-422CF755D43A}" type="sibTrans" cxnId="{0DDBDDDB-6EAB-4A76-9549-1D48D5898EF4}">
      <dgm:prSet/>
      <dgm:spPr/>
      <dgm:t>
        <a:bodyPr/>
        <a:lstStyle/>
        <a:p>
          <a:endParaRPr lang="en-CA"/>
        </a:p>
      </dgm:t>
    </dgm:pt>
    <dgm:pt modelId="{D59C1380-2E56-45EB-81C0-C021EC2733C6}">
      <dgm:prSet phldrT="[Text]"/>
      <dgm:spPr/>
      <dgm:t>
        <a:bodyPr/>
        <a:lstStyle/>
        <a:p>
          <a:r>
            <a:rPr lang="en-US" dirty="0"/>
            <a:t>The North American Foundation (not active, legal status unsure)</a:t>
          </a:r>
          <a:endParaRPr lang="en-CA" dirty="0"/>
        </a:p>
      </dgm:t>
    </dgm:pt>
    <dgm:pt modelId="{77953C65-3563-428F-98F3-4974C1078442}" type="parTrans" cxnId="{C58C4ECE-AB7A-4BD5-B371-7D2C680106A5}">
      <dgm:prSet/>
      <dgm:spPr/>
      <dgm:t>
        <a:bodyPr/>
        <a:lstStyle/>
        <a:p>
          <a:endParaRPr lang="en-CA"/>
        </a:p>
      </dgm:t>
    </dgm:pt>
    <dgm:pt modelId="{2984FBDD-D5BD-45F1-9E87-8F94030D0FCB}" type="sibTrans" cxnId="{C58C4ECE-AB7A-4BD5-B371-7D2C680106A5}">
      <dgm:prSet/>
      <dgm:spPr/>
      <dgm:t>
        <a:bodyPr/>
        <a:lstStyle/>
        <a:p>
          <a:endParaRPr lang="en-CA"/>
        </a:p>
      </dgm:t>
    </dgm:pt>
    <dgm:pt modelId="{0AD5BD6A-5BCB-4BF6-BA45-FA5C30948433}">
      <dgm:prSet phldrT="[Text]"/>
      <dgm:spPr/>
      <dgm:t>
        <a:bodyPr/>
        <a:lstStyle/>
        <a:p>
          <a:r>
            <a:rPr lang="en-CA"/>
            <a:t>1496120 Alberta Ltd. (Hold Co)</a:t>
          </a:r>
        </a:p>
      </dgm:t>
    </dgm:pt>
    <dgm:pt modelId="{6D7C21D0-A50D-41CA-AAB2-D9A9B1DF722E}" type="parTrans" cxnId="{E9A998A5-4E55-4E95-BE4E-9EF4BB92082C}">
      <dgm:prSet/>
      <dgm:spPr/>
      <dgm:t>
        <a:bodyPr/>
        <a:lstStyle/>
        <a:p>
          <a:endParaRPr lang="en-CA"/>
        </a:p>
      </dgm:t>
    </dgm:pt>
    <dgm:pt modelId="{398778E6-9DA2-470F-959D-E6FEC0763EFC}" type="sibTrans" cxnId="{E9A998A5-4E55-4E95-BE4E-9EF4BB92082C}">
      <dgm:prSet/>
      <dgm:spPr/>
      <dgm:t>
        <a:bodyPr/>
        <a:lstStyle/>
        <a:p>
          <a:endParaRPr lang="en-CA"/>
        </a:p>
      </dgm:t>
    </dgm:pt>
    <dgm:pt modelId="{B6DF2F45-F1AA-4878-A6CB-5121C1301B48}">
      <dgm:prSet phldrT="[Text]"/>
      <dgm:spPr/>
      <dgm:t>
        <a:bodyPr/>
        <a:lstStyle/>
        <a:p>
          <a:r>
            <a:rPr lang="en-CA" err="1"/>
            <a:t>CashCo</a:t>
          </a:r>
          <a:r>
            <a:rPr lang="en-CA"/>
            <a:t> PW Inc. (Hold Co)</a:t>
          </a:r>
        </a:p>
      </dgm:t>
    </dgm:pt>
    <dgm:pt modelId="{21E592AD-BE6F-4E2C-8091-C66187F0CBD4}" type="parTrans" cxnId="{186F27D6-1C7F-4762-82FB-C3C03BC79F9F}">
      <dgm:prSet/>
      <dgm:spPr/>
      <dgm:t>
        <a:bodyPr/>
        <a:lstStyle/>
        <a:p>
          <a:endParaRPr lang="en-CA"/>
        </a:p>
      </dgm:t>
    </dgm:pt>
    <dgm:pt modelId="{D1B19C3F-3C51-4E78-9023-C31967255466}" type="sibTrans" cxnId="{186F27D6-1C7F-4762-82FB-C3C03BC79F9F}">
      <dgm:prSet/>
      <dgm:spPr/>
      <dgm:t>
        <a:bodyPr/>
        <a:lstStyle/>
        <a:p>
          <a:endParaRPr lang="en-CA"/>
        </a:p>
      </dgm:t>
    </dgm:pt>
    <dgm:pt modelId="{EE97322D-68E1-43E4-8A84-CE5415B1F585}">
      <dgm:prSet phldrT="[Text]"/>
      <dgm:spPr/>
      <dgm:t>
        <a:bodyPr/>
        <a:lstStyle/>
        <a:p>
          <a:r>
            <a:rPr lang="en-CA"/>
            <a:t>Image in Delaware Inc. (Hold Co. $0)</a:t>
          </a:r>
        </a:p>
      </dgm:t>
    </dgm:pt>
    <dgm:pt modelId="{35F2F0AD-AFAF-4676-A162-49E53515DA41}" type="parTrans" cxnId="{9BC81605-9566-455B-8674-6CAF6E4B321C}">
      <dgm:prSet/>
      <dgm:spPr/>
      <dgm:t>
        <a:bodyPr/>
        <a:lstStyle/>
        <a:p>
          <a:endParaRPr lang="en-CA"/>
        </a:p>
      </dgm:t>
    </dgm:pt>
    <dgm:pt modelId="{3C62D7D4-9907-48F2-9A96-EA6B5D56BD3B}" type="sibTrans" cxnId="{9BC81605-9566-455B-8674-6CAF6E4B321C}">
      <dgm:prSet/>
      <dgm:spPr/>
      <dgm:t>
        <a:bodyPr/>
        <a:lstStyle/>
        <a:p>
          <a:endParaRPr lang="en-CA"/>
        </a:p>
      </dgm:t>
    </dgm:pt>
    <dgm:pt modelId="{6BD32876-B14C-4559-812E-DAE69985B133}">
      <dgm:prSet phldrT="[Text]"/>
      <dgm:spPr/>
      <dgm:t>
        <a:bodyPr/>
        <a:lstStyle/>
        <a:p>
          <a:r>
            <a:rPr lang="en-CA" err="1"/>
            <a:t>CashCo</a:t>
          </a:r>
          <a:r>
            <a:rPr lang="en-CA"/>
            <a:t> ADM Inc. (Hold Co)</a:t>
          </a:r>
        </a:p>
      </dgm:t>
    </dgm:pt>
    <dgm:pt modelId="{E4F869A0-1527-4E48-8B56-2C3518A9526B}" type="parTrans" cxnId="{4899E4C4-3B77-43EB-B2A8-1EBCC1BC6E5A}">
      <dgm:prSet/>
      <dgm:spPr/>
      <dgm:t>
        <a:bodyPr/>
        <a:lstStyle/>
        <a:p>
          <a:endParaRPr lang="en-CA"/>
        </a:p>
      </dgm:t>
    </dgm:pt>
    <dgm:pt modelId="{E6280753-66F2-41F9-81FD-15B38BD46900}" type="sibTrans" cxnId="{4899E4C4-3B77-43EB-B2A8-1EBCC1BC6E5A}">
      <dgm:prSet/>
      <dgm:spPr/>
      <dgm:t>
        <a:bodyPr/>
        <a:lstStyle/>
        <a:p>
          <a:endParaRPr lang="en-CA"/>
        </a:p>
      </dgm:t>
    </dgm:pt>
    <dgm:pt modelId="{54685A38-F8E1-47F8-BC06-81572E5BA6E0}">
      <dgm:prSet phldrT="[Text]"/>
      <dgm:spPr/>
      <dgm:t>
        <a:bodyPr/>
        <a:lstStyle/>
        <a:p>
          <a:r>
            <a:rPr lang="en-CA"/>
            <a:t>1378310 Alberta Ltd (Hold Co)</a:t>
          </a:r>
        </a:p>
      </dgm:t>
    </dgm:pt>
    <dgm:pt modelId="{BD9C308D-11EB-4578-8B85-475DCDA46516}" type="parTrans" cxnId="{1ED42C7D-C5F1-4BAF-AE72-C57D1981E54B}">
      <dgm:prSet/>
      <dgm:spPr/>
      <dgm:t>
        <a:bodyPr/>
        <a:lstStyle/>
        <a:p>
          <a:endParaRPr lang="en-CA"/>
        </a:p>
      </dgm:t>
    </dgm:pt>
    <dgm:pt modelId="{C2A2376A-C2AC-449D-BE3F-83D518C934D0}" type="sibTrans" cxnId="{1ED42C7D-C5F1-4BAF-AE72-C57D1981E54B}">
      <dgm:prSet/>
      <dgm:spPr/>
      <dgm:t>
        <a:bodyPr/>
        <a:lstStyle/>
        <a:p>
          <a:endParaRPr lang="en-CA"/>
        </a:p>
      </dgm:t>
    </dgm:pt>
    <dgm:pt modelId="{D67A0764-E5A0-461E-8A58-0CC9ECBD549B}">
      <dgm:prSet phldrT="[Text]"/>
      <dgm:spPr/>
      <dgm:t>
        <a:bodyPr/>
        <a:lstStyle/>
        <a:p>
          <a:r>
            <a:rPr lang="en-CA"/>
            <a:t>2137259 Alberta Ltd (Kelowna Dev Property)</a:t>
          </a:r>
        </a:p>
      </dgm:t>
    </dgm:pt>
    <dgm:pt modelId="{3D7C6A64-EF64-40AC-A427-5A7749EB7FCF}" type="parTrans" cxnId="{B6C0A84B-CB4B-435A-80B6-33A7B1EA2D15}">
      <dgm:prSet/>
      <dgm:spPr/>
      <dgm:t>
        <a:bodyPr/>
        <a:lstStyle/>
        <a:p>
          <a:endParaRPr lang="en-CA"/>
        </a:p>
      </dgm:t>
    </dgm:pt>
    <dgm:pt modelId="{6072FF8D-ADA3-4241-A78D-4A082E434E41}" type="sibTrans" cxnId="{B6C0A84B-CB4B-435A-80B6-33A7B1EA2D15}">
      <dgm:prSet/>
      <dgm:spPr/>
      <dgm:t>
        <a:bodyPr/>
        <a:lstStyle/>
        <a:p>
          <a:endParaRPr lang="en-CA"/>
        </a:p>
      </dgm:t>
    </dgm:pt>
    <dgm:pt modelId="{96383A06-753E-4F1F-B86A-88206C16818F}" type="pres">
      <dgm:prSet presAssocID="{39752861-81EB-44A6-A4F4-1B993E0D2F6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970E32C-0B65-4F97-BE53-BC5D52600B2F}" type="pres">
      <dgm:prSet presAssocID="{9996DD50-E672-4F69-89A6-2388F31218AD}" presName="hierRoot1" presStyleCnt="0">
        <dgm:presLayoutVars>
          <dgm:hierBranch val="init"/>
        </dgm:presLayoutVars>
      </dgm:prSet>
      <dgm:spPr/>
    </dgm:pt>
    <dgm:pt modelId="{8EFBF0DE-110E-4770-AE2F-FEA83A336A52}" type="pres">
      <dgm:prSet presAssocID="{9996DD50-E672-4F69-89A6-2388F31218AD}" presName="rootComposite1" presStyleCnt="0"/>
      <dgm:spPr/>
    </dgm:pt>
    <dgm:pt modelId="{6CB231C1-B050-407E-9D27-24DA4D317C6C}" type="pres">
      <dgm:prSet presAssocID="{9996DD50-E672-4F69-89A6-2388F31218AD}" presName="rootText1" presStyleLbl="node0" presStyleIdx="0" presStyleCnt="2">
        <dgm:presLayoutVars>
          <dgm:chPref val="3"/>
        </dgm:presLayoutVars>
      </dgm:prSet>
      <dgm:spPr/>
    </dgm:pt>
    <dgm:pt modelId="{4A7002E2-C848-44A9-8EBF-2739CA929A12}" type="pres">
      <dgm:prSet presAssocID="{9996DD50-E672-4F69-89A6-2388F31218AD}" presName="rootConnector1" presStyleLbl="node1" presStyleIdx="0" presStyleCnt="0"/>
      <dgm:spPr/>
    </dgm:pt>
    <dgm:pt modelId="{C6E89465-E6F0-411F-BF67-54C99C657C7C}" type="pres">
      <dgm:prSet presAssocID="{9996DD50-E672-4F69-89A6-2388F31218AD}" presName="hierChild2" presStyleCnt="0"/>
      <dgm:spPr/>
    </dgm:pt>
    <dgm:pt modelId="{5F8B5C95-DD82-4D5C-A122-F6B405703BD6}" type="pres">
      <dgm:prSet presAssocID="{BD9C308D-11EB-4578-8B85-475DCDA46516}" presName="Name37" presStyleLbl="parChTrans1D2" presStyleIdx="0" presStyleCnt="2"/>
      <dgm:spPr/>
    </dgm:pt>
    <dgm:pt modelId="{2682B6FC-49B8-49ED-BF43-7A7A28C8E912}" type="pres">
      <dgm:prSet presAssocID="{54685A38-F8E1-47F8-BC06-81572E5BA6E0}" presName="hierRoot2" presStyleCnt="0">
        <dgm:presLayoutVars>
          <dgm:hierBranch val="init"/>
        </dgm:presLayoutVars>
      </dgm:prSet>
      <dgm:spPr/>
    </dgm:pt>
    <dgm:pt modelId="{E8B6FD2B-8894-4321-9692-DEF7C4995CB9}" type="pres">
      <dgm:prSet presAssocID="{54685A38-F8E1-47F8-BC06-81572E5BA6E0}" presName="rootComposite" presStyleCnt="0"/>
      <dgm:spPr/>
    </dgm:pt>
    <dgm:pt modelId="{A745C4D0-EDF8-4A8D-B582-197EFEE78B22}" type="pres">
      <dgm:prSet presAssocID="{54685A38-F8E1-47F8-BC06-81572E5BA6E0}" presName="rootText" presStyleLbl="node2" presStyleIdx="0" presStyleCnt="2">
        <dgm:presLayoutVars>
          <dgm:chPref val="3"/>
        </dgm:presLayoutVars>
      </dgm:prSet>
      <dgm:spPr/>
    </dgm:pt>
    <dgm:pt modelId="{0842BCCD-3B97-4CA7-90E2-558A4D4AEF4A}" type="pres">
      <dgm:prSet presAssocID="{54685A38-F8E1-47F8-BC06-81572E5BA6E0}" presName="rootConnector" presStyleLbl="node2" presStyleIdx="0" presStyleCnt="2"/>
      <dgm:spPr/>
    </dgm:pt>
    <dgm:pt modelId="{407DBCB3-CDD6-4610-AFD7-90C730CE46B7}" type="pres">
      <dgm:prSet presAssocID="{54685A38-F8E1-47F8-BC06-81572E5BA6E0}" presName="hierChild4" presStyleCnt="0"/>
      <dgm:spPr/>
    </dgm:pt>
    <dgm:pt modelId="{612E099F-B7DE-47D1-AC9C-CA495E36C58E}" type="pres">
      <dgm:prSet presAssocID="{3D7C6A64-EF64-40AC-A427-5A7749EB7FCF}" presName="Name37" presStyleLbl="parChTrans1D3" presStyleIdx="0" presStyleCnt="3"/>
      <dgm:spPr/>
    </dgm:pt>
    <dgm:pt modelId="{7A4A5EE2-D4AC-44D6-A59E-AABD97939510}" type="pres">
      <dgm:prSet presAssocID="{D67A0764-E5A0-461E-8A58-0CC9ECBD549B}" presName="hierRoot2" presStyleCnt="0">
        <dgm:presLayoutVars>
          <dgm:hierBranch val="init"/>
        </dgm:presLayoutVars>
      </dgm:prSet>
      <dgm:spPr/>
    </dgm:pt>
    <dgm:pt modelId="{D193571B-3FC9-412A-B15A-89CDD18238D2}" type="pres">
      <dgm:prSet presAssocID="{D67A0764-E5A0-461E-8A58-0CC9ECBD549B}" presName="rootComposite" presStyleCnt="0"/>
      <dgm:spPr/>
    </dgm:pt>
    <dgm:pt modelId="{1DB5BA90-7C83-48E6-BE0D-32ABA35B1B09}" type="pres">
      <dgm:prSet presAssocID="{D67A0764-E5A0-461E-8A58-0CC9ECBD549B}" presName="rootText" presStyleLbl="node3" presStyleIdx="0" presStyleCnt="3">
        <dgm:presLayoutVars>
          <dgm:chPref val="3"/>
        </dgm:presLayoutVars>
      </dgm:prSet>
      <dgm:spPr/>
    </dgm:pt>
    <dgm:pt modelId="{FE73EAD7-8FCA-4FDD-B5DE-958132C1B95B}" type="pres">
      <dgm:prSet presAssocID="{D67A0764-E5A0-461E-8A58-0CC9ECBD549B}" presName="rootConnector" presStyleLbl="node3" presStyleIdx="0" presStyleCnt="3"/>
      <dgm:spPr/>
    </dgm:pt>
    <dgm:pt modelId="{B6866DE6-89C5-41D3-928C-E367028EF4FB}" type="pres">
      <dgm:prSet presAssocID="{D67A0764-E5A0-461E-8A58-0CC9ECBD549B}" presName="hierChild4" presStyleCnt="0"/>
      <dgm:spPr/>
    </dgm:pt>
    <dgm:pt modelId="{34B46A68-4727-407D-A24F-7879486670F9}" type="pres">
      <dgm:prSet presAssocID="{D67A0764-E5A0-461E-8A58-0CC9ECBD549B}" presName="hierChild5" presStyleCnt="0"/>
      <dgm:spPr/>
    </dgm:pt>
    <dgm:pt modelId="{99B8577E-2444-46FE-92AB-4895F87D00FA}" type="pres">
      <dgm:prSet presAssocID="{54685A38-F8E1-47F8-BC06-81572E5BA6E0}" presName="hierChild5" presStyleCnt="0"/>
      <dgm:spPr/>
    </dgm:pt>
    <dgm:pt modelId="{18E9FF89-6595-4FC8-A476-D12EDA1D39DA}" type="pres">
      <dgm:prSet presAssocID="{9996DD50-E672-4F69-89A6-2388F31218AD}" presName="hierChild3" presStyleCnt="0"/>
      <dgm:spPr/>
    </dgm:pt>
    <dgm:pt modelId="{9522B445-4188-49E4-A427-9296B216E1E7}" type="pres">
      <dgm:prSet presAssocID="{D59C1380-2E56-45EB-81C0-C021EC2733C6}" presName="hierRoot1" presStyleCnt="0">
        <dgm:presLayoutVars>
          <dgm:hierBranch val="init"/>
        </dgm:presLayoutVars>
      </dgm:prSet>
      <dgm:spPr/>
    </dgm:pt>
    <dgm:pt modelId="{B7C45D80-D798-4AC9-8571-65E8672EC75D}" type="pres">
      <dgm:prSet presAssocID="{D59C1380-2E56-45EB-81C0-C021EC2733C6}" presName="rootComposite1" presStyleCnt="0"/>
      <dgm:spPr/>
    </dgm:pt>
    <dgm:pt modelId="{9ED42BEC-DE63-4CB5-A639-C04CCC7AAD2D}" type="pres">
      <dgm:prSet presAssocID="{D59C1380-2E56-45EB-81C0-C021EC2733C6}" presName="rootText1" presStyleLbl="node0" presStyleIdx="1" presStyleCnt="2">
        <dgm:presLayoutVars>
          <dgm:chPref val="3"/>
        </dgm:presLayoutVars>
      </dgm:prSet>
      <dgm:spPr/>
    </dgm:pt>
    <dgm:pt modelId="{254934F7-81E7-4A5C-B0F4-D763E66AF330}" type="pres">
      <dgm:prSet presAssocID="{D59C1380-2E56-45EB-81C0-C021EC2733C6}" presName="rootConnector1" presStyleLbl="node1" presStyleIdx="0" presStyleCnt="0"/>
      <dgm:spPr/>
    </dgm:pt>
    <dgm:pt modelId="{2CC6959D-478C-4EA2-B3B6-4D3BCD96EFCD}" type="pres">
      <dgm:prSet presAssocID="{D59C1380-2E56-45EB-81C0-C021EC2733C6}" presName="hierChild2" presStyleCnt="0"/>
      <dgm:spPr/>
    </dgm:pt>
    <dgm:pt modelId="{6A0BA22F-D38E-4251-B682-798DA8310B04}" type="pres">
      <dgm:prSet presAssocID="{6D7C21D0-A50D-41CA-AAB2-D9A9B1DF722E}" presName="Name37" presStyleLbl="parChTrans1D2" presStyleIdx="1" presStyleCnt="2"/>
      <dgm:spPr/>
    </dgm:pt>
    <dgm:pt modelId="{5A9200F9-28C8-43B1-BCE9-7BCFD6CD4E80}" type="pres">
      <dgm:prSet presAssocID="{0AD5BD6A-5BCB-4BF6-BA45-FA5C30948433}" presName="hierRoot2" presStyleCnt="0">
        <dgm:presLayoutVars>
          <dgm:hierBranch val="init"/>
        </dgm:presLayoutVars>
      </dgm:prSet>
      <dgm:spPr/>
    </dgm:pt>
    <dgm:pt modelId="{FF5A3A7A-548D-4D93-8BD2-9E1D220488F9}" type="pres">
      <dgm:prSet presAssocID="{0AD5BD6A-5BCB-4BF6-BA45-FA5C30948433}" presName="rootComposite" presStyleCnt="0"/>
      <dgm:spPr/>
    </dgm:pt>
    <dgm:pt modelId="{3C9CA67D-7C73-40D5-B8AC-FFD3F23ED2E5}" type="pres">
      <dgm:prSet presAssocID="{0AD5BD6A-5BCB-4BF6-BA45-FA5C30948433}" presName="rootText" presStyleLbl="node2" presStyleIdx="1" presStyleCnt="2">
        <dgm:presLayoutVars>
          <dgm:chPref val="3"/>
        </dgm:presLayoutVars>
      </dgm:prSet>
      <dgm:spPr/>
    </dgm:pt>
    <dgm:pt modelId="{39FE907B-D57A-4E65-AF62-8A70C72D9998}" type="pres">
      <dgm:prSet presAssocID="{0AD5BD6A-5BCB-4BF6-BA45-FA5C30948433}" presName="rootConnector" presStyleLbl="node2" presStyleIdx="1" presStyleCnt="2"/>
      <dgm:spPr/>
    </dgm:pt>
    <dgm:pt modelId="{E2B2505C-2793-4F03-9641-8B02CC460184}" type="pres">
      <dgm:prSet presAssocID="{0AD5BD6A-5BCB-4BF6-BA45-FA5C30948433}" presName="hierChild4" presStyleCnt="0"/>
      <dgm:spPr/>
    </dgm:pt>
    <dgm:pt modelId="{774FD3D8-B0D2-456F-B041-000D18F20B1D}" type="pres">
      <dgm:prSet presAssocID="{E4F869A0-1527-4E48-8B56-2C3518A9526B}" presName="Name37" presStyleLbl="parChTrans1D3" presStyleIdx="1" presStyleCnt="3"/>
      <dgm:spPr/>
    </dgm:pt>
    <dgm:pt modelId="{0872E842-2C6B-422B-86E2-19E17A72E56B}" type="pres">
      <dgm:prSet presAssocID="{6BD32876-B14C-4559-812E-DAE69985B133}" presName="hierRoot2" presStyleCnt="0">
        <dgm:presLayoutVars>
          <dgm:hierBranch val="init"/>
        </dgm:presLayoutVars>
      </dgm:prSet>
      <dgm:spPr/>
    </dgm:pt>
    <dgm:pt modelId="{BA4DD8BC-EF4E-404C-AC5E-AE393CCB46F9}" type="pres">
      <dgm:prSet presAssocID="{6BD32876-B14C-4559-812E-DAE69985B133}" presName="rootComposite" presStyleCnt="0"/>
      <dgm:spPr/>
    </dgm:pt>
    <dgm:pt modelId="{E1D71F65-BB1B-4077-8ACA-F94A17763AE0}" type="pres">
      <dgm:prSet presAssocID="{6BD32876-B14C-4559-812E-DAE69985B133}" presName="rootText" presStyleLbl="node3" presStyleIdx="1" presStyleCnt="3">
        <dgm:presLayoutVars>
          <dgm:chPref val="3"/>
        </dgm:presLayoutVars>
      </dgm:prSet>
      <dgm:spPr/>
    </dgm:pt>
    <dgm:pt modelId="{07E0E19D-B0E3-4476-9140-69E928A5EEDA}" type="pres">
      <dgm:prSet presAssocID="{6BD32876-B14C-4559-812E-DAE69985B133}" presName="rootConnector" presStyleLbl="node3" presStyleIdx="1" presStyleCnt="3"/>
      <dgm:spPr/>
    </dgm:pt>
    <dgm:pt modelId="{4812B43D-095F-4789-A38D-91CC17AD281E}" type="pres">
      <dgm:prSet presAssocID="{6BD32876-B14C-4559-812E-DAE69985B133}" presName="hierChild4" presStyleCnt="0"/>
      <dgm:spPr/>
    </dgm:pt>
    <dgm:pt modelId="{1C29BC02-D409-45B6-8A95-428206090562}" type="pres">
      <dgm:prSet presAssocID="{6BD32876-B14C-4559-812E-DAE69985B133}" presName="hierChild5" presStyleCnt="0"/>
      <dgm:spPr/>
    </dgm:pt>
    <dgm:pt modelId="{7DF11C5D-B1A2-491E-A3D8-2259AC5AC064}" type="pres">
      <dgm:prSet presAssocID="{21E592AD-BE6F-4E2C-8091-C66187F0CBD4}" presName="Name37" presStyleLbl="parChTrans1D3" presStyleIdx="2" presStyleCnt="3"/>
      <dgm:spPr/>
    </dgm:pt>
    <dgm:pt modelId="{E8FFBEFE-3C17-4E47-A740-18B42622B15D}" type="pres">
      <dgm:prSet presAssocID="{B6DF2F45-F1AA-4878-A6CB-5121C1301B48}" presName="hierRoot2" presStyleCnt="0">
        <dgm:presLayoutVars>
          <dgm:hierBranch val="init"/>
        </dgm:presLayoutVars>
      </dgm:prSet>
      <dgm:spPr/>
    </dgm:pt>
    <dgm:pt modelId="{6F4348DE-9185-4D66-83DA-16B2E8FBBBBA}" type="pres">
      <dgm:prSet presAssocID="{B6DF2F45-F1AA-4878-A6CB-5121C1301B48}" presName="rootComposite" presStyleCnt="0"/>
      <dgm:spPr/>
    </dgm:pt>
    <dgm:pt modelId="{7013B6C0-65BA-403F-BF96-2821AFF03065}" type="pres">
      <dgm:prSet presAssocID="{B6DF2F45-F1AA-4878-A6CB-5121C1301B48}" presName="rootText" presStyleLbl="node3" presStyleIdx="2" presStyleCnt="3">
        <dgm:presLayoutVars>
          <dgm:chPref val="3"/>
        </dgm:presLayoutVars>
      </dgm:prSet>
      <dgm:spPr/>
    </dgm:pt>
    <dgm:pt modelId="{4BA75B66-4544-4831-8054-2F613C540731}" type="pres">
      <dgm:prSet presAssocID="{B6DF2F45-F1AA-4878-A6CB-5121C1301B48}" presName="rootConnector" presStyleLbl="node3" presStyleIdx="2" presStyleCnt="3"/>
      <dgm:spPr/>
    </dgm:pt>
    <dgm:pt modelId="{20A58B64-A27B-49B5-BDF2-F21A39172BBC}" type="pres">
      <dgm:prSet presAssocID="{B6DF2F45-F1AA-4878-A6CB-5121C1301B48}" presName="hierChild4" presStyleCnt="0"/>
      <dgm:spPr/>
    </dgm:pt>
    <dgm:pt modelId="{395E353C-F76B-48F6-8DEF-4059A64DE7F8}" type="pres">
      <dgm:prSet presAssocID="{35F2F0AD-AFAF-4676-A162-49E53515DA41}" presName="Name37" presStyleLbl="parChTrans1D4" presStyleIdx="0" presStyleCnt="1"/>
      <dgm:spPr/>
    </dgm:pt>
    <dgm:pt modelId="{BF9B8561-F1E5-4B7D-BF2B-6156BE4882FA}" type="pres">
      <dgm:prSet presAssocID="{EE97322D-68E1-43E4-8A84-CE5415B1F585}" presName="hierRoot2" presStyleCnt="0">
        <dgm:presLayoutVars>
          <dgm:hierBranch val="init"/>
        </dgm:presLayoutVars>
      </dgm:prSet>
      <dgm:spPr/>
    </dgm:pt>
    <dgm:pt modelId="{AC3BA4EE-81E8-4547-8C44-FB452D5B94A7}" type="pres">
      <dgm:prSet presAssocID="{EE97322D-68E1-43E4-8A84-CE5415B1F585}" presName="rootComposite" presStyleCnt="0"/>
      <dgm:spPr/>
    </dgm:pt>
    <dgm:pt modelId="{CB0D7D86-414A-4F97-9BDE-6AB0E6C41EC5}" type="pres">
      <dgm:prSet presAssocID="{EE97322D-68E1-43E4-8A84-CE5415B1F585}" presName="rootText" presStyleLbl="node4" presStyleIdx="0" presStyleCnt="1">
        <dgm:presLayoutVars>
          <dgm:chPref val="3"/>
        </dgm:presLayoutVars>
      </dgm:prSet>
      <dgm:spPr/>
    </dgm:pt>
    <dgm:pt modelId="{6BCCFF9C-75E7-4A4A-BF28-5F96CE619772}" type="pres">
      <dgm:prSet presAssocID="{EE97322D-68E1-43E4-8A84-CE5415B1F585}" presName="rootConnector" presStyleLbl="node4" presStyleIdx="0" presStyleCnt="1"/>
      <dgm:spPr/>
    </dgm:pt>
    <dgm:pt modelId="{E279C64F-C90D-40E5-BEA6-6A3B985A8098}" type="pres">
      <dgm:prSet presAssocID="{EE97322D-68E1-43E4-8A84-CE5415B1F585}" presName="hierChild4" presStyleCnt="0"/>
      <dgm:spPr/>
    </dgm:pt>
    <dgm:pt modelId="{1F5DBF4D-F533-4BCD-95BA-DE0E166811AF}" type="pres">
      <dgm:prSet presAssocID="{EE97322D-68E1-43E4-8A84-CE5415B1F585}" presName="hierChild5" presStyleCnt="0"/>
      <dgm:spPr/>
    </dgm:pt>
    <dgm:pt modelId="{DD8E6703-B2E3-42C8-8A67-6A7FB4A313EB}" type="pres">
      <dgm:prSet presAssocID="{B6DF2F45-F1AA-4878-A6CB-5121C1301B48}" presName="hierChild5" presStyleCnt="0"/>
      <dgm:spPr/>
    </dgm:pt>
    <dgm:pt modelId="{62F75D44-AA29-40CD-AFEB-674412337D56}" type="pres">
      <dgm:prSet presAssocID="{0AD5BD6A-5BCB-4BF6-BA45-FA5C30948433}" presName="hierChild5" presStyleCnt="0"/>
      <dgm:spPr/>
    </dgm:pt>
    <dgm:pt modelId="{C2BDCD10-87E8-444C-BDB2-A7646A56C771}" type="pres">
      <dgm:prSet presAssocID="{D59C1380-2E56-45EB-81C0-C021EC2733C6}" presName="hierChild3" presStyleCnt="0"/>
      <dgm:spPr/>
    </dgm:pt>
  </dgm:ptLst>
  <dgm:cxnLst>
    <dgm:cxn modelId="{34A98003-69AF-4DFF-BFD4-01D052EBBF84}" type="presOf" srcId="{39752861-81EB-44A6-A4F4-1B993E0D2F60}" destId="{96383A06-753E-4F1F-B86A-88206C16818F}" srcOrd="0" destOrd="0" presId="urn:microsoft.com/office/officeart/2005/8/layout/orgChart1"/>
    <dgm:cxn modelId="{9BC81605-9566-455B-8674-6CAF6E4B321C}" srcId="{B6DF2F45-F1AA-4878-A6CB-5121C1301B48}" destId="{EE97322D-68E1-43E4-8A84-CE5415B1F585}" srcOrd="0" destOrd="0" parTransId="{35F2F0AD-AFAF-4676-A162-49E53515DA41}" sibTransId="{3C62D7D4-9907-48F2-9A96-EA6B5D56BD3B}"/>
    <dgm:cxn modelId="{1903CC27-372F-4A61-ADF5-83EA9ED15A14}" type="presOf" srcId="{35F2F0AD-AFAF-4676-A162-49E53515DA41}" destId="{395E353C-F76B-48F6-8DEF-4059A64DE7F8}" srcOrd="0" destOrd="0" presId="urn:microsoft.com/office/officeart/2005/8/layout/orgChart1"/>
    <dgm:cxn modelId="{DE847828-D340-413B-85E8-54AF83CD52CD}" type="presOf" srcId="{6BD32876-B14C-4559-812E-DAE69985B133}" destId="{07E0E19D-B0E3-4476-9140-69E928A5EEDA}" srcOrd="1" destOrd="0" presId="urn:microsoft.com/office/officeart/2005/8/layout/orgChart1"/>
    <dgm:cxn modelId="{644FF729-3761-432E-A184-CD6E2FD6D3B2}" type="presOf" srcId="{D67A0764-E5A0-461E-8A58-0CC9ECBD549B}" destId="{FE73EAD7-8FCA-4FDD-B5DE-958132C1B95B}" srcOrd="1" destOrd="0" presId="urn:microsoft.com/office/officeart/2005/8/layout/orgChart1"/>
    <dgm:cxn modelId="{D8DB9C32-A12A-4ACE-8E05-2B5BED71433D}" type="presOf" srcId="{9996DD50-E672-4F69-89A6-2388F31218AD}" destId="{4A7002E2-C848-44A9-8EBF-2739CA929A12}" srcOrd="1" destOrd="0" presId="urn:microsoft.com/office/officeart/2005/8/layout/orgChart1"/>
    <dgm:cxn modelId="{DD4A5135-258C-4B59-AF0C-5D993F816DB0}" type="presOf" srcId="{E4F869A0-1527-4E48-8B56-2C3518A9526B}" destId="{774FD3D8-B0D2-456F-B041-000D18F20B1D}" srcOrd="0" destOrd="0" presId="urn:microsoft.com/office/officeart/2005/8/layout/orgChart1"/>
    <dgm:cxn modelId="{C223555B-B81F-4E5B-B268-583871227558}" type="presOf" srcId="{B6DF2F45-F1AA-4878-A6CB-5121C1301B48}" destId="{7013B6C0-65BA-403F-BF96-2821AFF03065}" srcOrd="0" destOrd="0" presId="urn:microsoft.com/office/officeart/2005/8/layout/orgChart1"/>
    <dgm:cxn modelId="{0A8C9045-D1A8-472E-AA34-941757FE62F6}" type="presOf" srcId="{54685A38-F8E1-47F8-BC06-81572E5BA6E0}" destId="{0842BCCD-3B97-4CA7-90E2-558A4D4AEF4A}" srcOrd="1" destOrd="0" presId="urn:microsoft.com/office/officeart/2005/8/layout/orgChart1"/>
    <dgm:cxn modelId="{9CCDBB66-E643-41C6-BDAE-D1D53FDD019C}" type="presOf" srcId="{54685A38-F8E1-47F8-BC06-81572E5BA6E0}" destId="{A745C4D0-EDF8-4A8D-B582-197EFEE78B22}" srcOrd="0" destOrd="0" presId="urn:microsoft.com/office/officeart/2005/8/layout/orgChart1"/>
    <dgm:cxn modelId="{E846F76A-71E4-4772-9D96-553D74C73673}" type="presOf" srcId="{D59C1380-2E56-45EB-81C0-C021EC2733C6}" destId="{254934F7-81E7-4A5C-B0F4-D763E66AF330}" srcOrd="1" destOrd="0" presId="urn:microsoft.com/office/officeart/2005/8/layout/orgChart1"/>
    <dgm:cxn modelId="{B6C0A84B-CB4B-435A-80B6-33A7B1EA2D15}" srcId="{54685A38-F8E1-47F8-BC06-81572E5BA6E0}" destId="{D67A0764-E5A0-461E-8A58-0CC9ECBD549B}" srcOrd="0" destOrd="0" parTransId="{3D7C6A64-EF64-40AC-A427-5A7749EB7FCF}" sibTransId="{6072FF8D-ADA3-4241-A78D-4A082E434E41}"/>
    <dgm:cxn modelId="{E592D06B-8165-4F20-AD07-B30A915F7483}" type="presOf" srcId="{EE97322D-68E1-43E4-8A84-CE5415B1F585}" destId="{6BCCFF9C-75E7-4A4A-BF28-5F96CE619772}" srcOrd="1" destOrd="0" presId="urn:microsoft.com/office/officeart/2005/8/layout/orgChart1"/>
    <dgm:cxn modelId="{DD31056C-BBD4-435F-916C-ECDE063B85C3}" type="presOf" srcId="{B6DF2F45-F1AA-4878-A6CB-5121C1301B48}" destId="{4BA75B66-4544-4831-8054-2F613C540731}" srcOrd="1" destOrd="0" presId="urn:microsoft.com/office/officeart/2005/8/layout/orgChart1"/>
    <dgm:cxn modelId="{B2959655-7D98-452A-849C-2CB9E640AB8A}" type="presOf" srcId="{0AD5BD6A-5BCB-4BF6-BA45-FA5C30948433}" destId="{39FE907B-D57A-4E65-AF62-8A70C72D9998}" srcOrd="1" destOrd="0" presId="urn:microsoft.com/office/officeart/2005/8/layout/orgChart1"/>
    <dgm:cxn modelId="{C4D25956-AC14-432B-AC03-56D523574991}" type="presOf" srcId="{BD9C308D-11EB-4578-8B85-475DCDA46516}" destId="{5F8B5C95-DD82-4D5C-A122-F6B405703BD6}" srcOrd="0" destOrd="0" presId="urn:microsoft.com/office/officeart/2005/8/layout/orgChart1"/>
    <dgm:cxn modelId="{1ED42C7D-C5F1-4BAF-AE72-C57D1981E54B}" srcId="{9996DD50-E672-4F69-89A6-2388F31218AD}" destId="{54685A38-F8E1-47F8-BC06-81572E5BA6E0}" srcOrd="0" destOrd="0" parTransId="{BD9C308D-11EB-4578-8B85-475DCDA46516}" sibTransId="{C2A2376A-C2AC-449D-BE3F-83D518C934D0}"/>
    <dgm:cxn modelId="{94DA5988-3440-49B0-BF9F-366B0A067653}" type="presOf" srcId="{6D7C21D0-A50D-41CA-AAB2-D9A9B1DF722E}" destId="{6A0BA22F-D38E-4251-B682-798DA8310B04}" srcOrd="0" destOrd="0" presId="urn:microsoft.com/office/officeart/2005/8/layout/orgChart1"/>
    <dgm:cxn modelId="{3F168292-C6A7-45BB-8552-A0521D031869}" type="presOf" srcId="{21E592AD-BE6F-4E2C-8091-C66187F0CBD4}" destId="{7DF11C5D-B1A2-491E-A3D8-2259AC5AC064}" srcOrd="0" destOrd="0" presId="urn:microsoft.com/office/officeart/2005/8/layout/orgChart1"/>
    <dgm:cxn modelId="{E9A998A5-4E55-4E95-BE4E-9EF4BB92082C}" srcId="{D59C1380-2E56-45EB-81C0-C021EC2733C6}" destId="{0AD5BD6A-5BCB-4BF6-BA45-FA5C30948433}" srcOrd="0" destOrd="0" parTransId="{6D7C21D0-A50D-41CA-AAB2-D9A9B1DF722E}" sibTransId="{398778E6-9DA2-470F-959D-E6FEC0763EFC}"/>
    <dgm:cxn modelId="{74183EAD-4D25-42B4-BD4A-222EB3F7ABB8}" type="presOf" srcId="{6BD32876-B14C-4559-812E-DAE69985B133}" destId="{E1D71F65-BB1B-4077-8ACA-F94A17763AE0}" srcOrd="0" destOrd="0" presId="urn:microsoft.com/office/officeart/2005/8/layout/orgChart1"/>
    <dgm:cxn modelId="{4899E4C4-3B77-43EB-B2A8-1EBCC1BC6E5A}" srcId="{0AD5BD6A-5BCB-4BF6-BA45-FA5C30948433}" destId="{6BD32876-B14C-4559-812E-DAE69985B133}" srcOrd="0" destOrd="0" parTransId="{E4F869A0-1527-4E48-8B56-2C3518A9526B}" sibTransId="{E6280753-66F2-41F9-81FD-15B38BD46900}"/>
    <dgm:cxn modelId="{A67F6ACD-D900-4B69-879D-4014F47EEEE8}" type="presOf" srcId="{D67A0764-E5A0-461E-8A58-0CC9ECBD549B}" destId="{1DB5BA90-7C83-48E6-BE0D-32ABA35B1B09}" srcOrd="0" destOrd="0" presId="urn:microsoft.com/office/officeart/2005/8/layout/orgChart1"/>
    <dgm:cxn modelId="{C58C4ECE-AB7A-4BD5-B371-7D2C680106A5}" srcId="{39752861-81EB-44A6-A4F4-1B993E0D2F60}" destId="{D59C1380-2E56-45EB-81C0-C021EC2733C6}" srcOrd="1" destOrd="0" parTransId="{77953C65-3563-428F-98F3-4974C1078442}" sibTransId="{2984FBDD-D5BD-45F1-9E87-8F94030D0FCB}"/>
    <dgm:cxn modelId="{783E24D3-D7FF-49C8-949C-C4107E5730F9}" type="presOf" srcId="{D59C1380-2E56-45EB-81C0-C021EC2733C6}" destId="{9ED42BEC-DE63-4CB5-A639-C04CCC7AAD2D}" srcOrd="0" destOrd="0" presId="urn:microsoft.com/office/officeart/2005/8/layout/orgChart1"/>
    <dgm:cxn modelId="{186F27D6-1C7F-4762-82FB-C3C03BC79F9F}" srcId="{0AD5BD6A-5BCB-4BF6-BA45-FA5C30948433}" destId="{B6DF2F45-F1AA-4878-A6CB-5121C1301B48}" srcOrd="1" destOrd="0" parTransId="{21E592AD-BE6F-4E2C-8091-C66187F0CBD4}" sibTransId="{D1B19C3F-3C51-4E78-9023-C31967255466}"/>
    <dgm:cxn modelId="{5BA048D8-CB23-4E68-9668-A2725B48DFFD}" type="presOf" srcId="{9996DD50-E672-4F69-89A6-2388F31218AD}" destId="{6CB231C1-B050-407E-9D27-24DA4D317C6C}" srcOrd="0" destOrd="0" presId="urn:microsoft.com/office/officeart/2005/8/layout/orgChart1"/>
    <dgm:cxn modelId="{0DDBDDDB-6EAB-4A76-9549-1D48D5898EF4}" srcId="{39752861-81EB-44A6-A4F4-1B993E0D2F60}" destId="{9996DD50-E672-4F69-89A6-2388F31218AD}" srcOrd="0" destOrd="0" parTransId="{94E9A18B-40E3-4CB8-BF48-BDF1B1673455}" sibTransId="{1D11FD1B-A032-49BA-AAE1-422CF755D43A}"/>
    <dgm:cxn modelId="{BFBEB6F1-2133-46D8-8B20-08331DE7E4A4}" type="presOf" srcId="{3D7C6A64-EF64-40AC-A427-5A7749EB7FCF}" destId="{612E099F-B7DE-47D1-AC9C-CA495E36C58E}" srcOrd="0" destOrd="0" presId="urn:microsoft.com/office/officeart/2005/8/layout/orgChart1"/>
    <dgm:cxn modelId="{7F855EF3-6E1F-4115-9814-56DBD072B294}" type="presOf" srcId="{0AD5BD6A-5BCB-4BF6-BA45-FA5C30948433}" destId="{3C9CA67D-7C73-40D5-B8AC-FFD3F23ED2E5}" srcOrd="0" destOrd="0" presId="urn:microsoft.com/office/officeart/2005/8/layout/orgChart1"/>
    <dgm:cxn modelId="{312442FD-4108-48B6-95DA-78ABF9E39F7A}" type="presOf" srcId="{EE97322D-68E1-43E4-8A84-CE5415B1F585}" destId="{CB0D7D86-414A-4F97-9BDE-6AB0E6C41EC5}" srcOrd="0" destOrd="0" presId="urn:microsoft.com/office/officeart/2005/8/layout/orgChart1"/>
    <dgm:cxn modelId="{13B29D92-CC0F-4AEF-8792-11988C5AA02F}" type="presParOf" srcId="{96383A06-753E-4F1F-B86A-88206C16818F}" destId="{2970E32C-0B65-4F97-BE53-BC5D52600B2F}" srcOrd="0" destOrd="0" presId="urn:microsoft.com/office/officeart/2005/8/layout/orgChart1"/>
    <dgm:cxn modelId="{00231BC0-F87A-47EC-A77B-C1DCAFDAC8D8}" type="presParOf" srcId="{2970E32C-0B65-4F97-BE53-BC5D52600B2F}" destId="{8EFBF0DE-110E-4770-AE2F-FEA83A336A52}" srcOrd="0" destOrd="0" presId="urn:microsoft.com/office/officeart/2005/8/layout/orgChart1"/>
    <dgm:cxn modelId="{78212A60-E14F-4E17-AA12-E3075FA38169}" type="presParOf" srcId="{8EFBF0DE-110E-4770-AE2F-FEA83A336A52}" destId="{6CB231C1-B050-407E-9D27-24DA4D317C6C}" srcOrd="0" destOrd="0" presId="urn:microsoft.com/office/officeart/2005/8/layout/orgChart1"/>
    <dgm:cxn modelId="{044B579C-A2D4-4267-AA86-646C6AFDB5F6}" type="presParOf" srcId="{8EFBF0DE-110E-4770-AE2F-FEA83A336A52}" destId="{4A7002E2-C848-44A9-8EBF-2739CA929A12}" srcOrd="1" destOrd="0" presId="urn:microsoft.com/office/officeart/2005/8/layout/orgChart1"/>
    <dgm:cxn modelId="{8E5191AC-D351-4328-83B7-9797A90E0AE1}" type="presParOf" srcId="{2970E32C-0B65-4F97-BE53-BC5D52600B2F}" destId="{C6E89465-E6F0-411F-BF67-54C99C657C7C}" srcOrd="1" destOrd="0" presId="urn:microsoft.com/office/officeart/2005/8/layout/orgChart1"/>
    <dgm:cxn modelId="{9D023FB6-6A98-44C1-A7EE-CFC5F2BBD556}" type="presParOf" srcId="{C6E89465-E6F0-411F-BF67-54C99C657C7C}" destId="{5F8B5C95-DD82-4D5C-A122-F6B405703BD6}" srcOrd="0" destOrd="0" presId="urn:microsoft.com/office/officeart/2005/8/layout/orgChart1"/>
    <dgm:cxn modelId="{B8A88180-CF28-4E03-BA44-A9DF10A0B8A3}" type="presParOf" srcId="{C6E89465-E6F0-411F-BF67-54C99C657C7C}" destId="{2682B6FC-49B8-49ED-BF43-7A7A28C8E912}" srcOrd="1" destOrd="0" presId="urn:microsoft.com/office/officeart/2005/8/layout/orgChart1"/>
    <dgm:cxn modelId="{A82FBA5F-E25B-4516-9384-75A1A106281E}" type="presParOf" srcId="{2682B6FC-49B8-49ED-BF43-7A7A28C8E912}" destId="{E8B6FD2B-8894-4321-9692-DEF7C4995CB9}" srcOrd="0" destOrd="0" presId="urn:microsoft.com/office/officeart/2005/8/layout/orgChart1"/>
    <dgm:cxn modelId="{99658FFA-B759-4649-AC96-253F58A7885C}" type="presParOf" srcId="{E8B6FD2B-8894-4321-9692-DEF7C4995CB9}" destId="{A745C4D0-EDF8-4A8D-B582-197EFEE78B22}" srcOrd="0" destOrd="0" presId="urn:microsoft.com/office/officeart/2005/8/layout/orgChart1"/>
    <dgm:cxn modelId="{D79F2D68-1E0A-47E5-829E-DD3F75EF7B38}" type="presParOf" srcId="{E8B6FD2B-8894-4321-9692-DEF7C4995CB9}" destId="{0842BCCD-3B97-4CA7-90E2-558A4D4AEF4A}" srcOrd="1" destOrd="0" presId="urn:microsoft.com/office/officeart/2005/8/layout/orgChart1"/>
    <dgm:cxn modelId="{DB94CB23-C6A5-4FC0-9F96-0BEA650B162F}" type="presParOf" srcId="{2682B6FC-49B8-49ED-BF43-7A7A28C8E912}" destId="{407DBCB3-CDD6-4610-AFD7-90C730CE46B7}" srcOrd="1" destOrd="0" presId="urn:microsoft.com/office/officeart/2005/8/layout/orgChart1"/>
    <dgm:cxn modelId="{E3BF7981-4C33-4C3E-8124-1E8229AF6B11}" type="presParOf" srcId="{407DBCB3-CDD6-4610-AFD7-90C730CE46B7}" destId="{612E099F-B7DE-47D1-AC9C-CA495E36C58E}" srcOrd="0" destOrd="0" presId="urn:microsoft.com/office/officeart/2005/8/layout/orgChart1"/>
    <dgm:cxn modelId="{40D10D32-7861-4684-AF47-AD5F9C5C841A}" type="presParOf" srcId="{407DBCB3-CDD6-4610-AFD7-90C730CE46B7}" destId="{7A4A5EE2-D4AC-44D6-A59E-AABD97939510}" srcOrd="1" destOrd="0" presId="urn:microsoft.com/office/officeart/2005/8/layout/orgChart1"/>
    <dgm:cxn modelId="{DD67968D-2905-4BBE-B44C-C6D54F8EE55A}" type="presParOf" srcId="{7A4A5EE2-D4AC-44D6-A59E-AABD97939510}" destId="{D193571B-3FC9-412A-B15A-89CDD18238D2}" srcOrd="0" destOrd="0" presId="urn:microsoft.com/office/officeart/2005/8/layout/orgChart1"/>
    <dgm:cxn modelId="{C12E3061-A52B-438F-9969-BEA8E3082978}" type="presParOf" srcId="{D193571B-3FC9-412A-B15A-89CDD18238D2}" destId="{1DB5BA90-7C83-48E6-BE0D-32ABA35B1B09}" srcOrd="0" destOrd="0" presId="urn:microsoft.com/office/officeart/2005/8/layout/orgChart1"/>
    <dgm:cxn modelId="{3AC15E39-AB46-4D03-944A-7C4202B12606}" type="presParOf" srcId="{D193571B-3FC9-412A-B15A-89CDD18238D2}" destId="{FE73EAD7-8FCA-4FDD-B5DE-958132C1B95B}" srcOrd="1" destOrd="0" presId="urn:microsoft.com/office/officeart/2005/8/layout/orgChart1"/>
    <dgm:cxn modelId="{0F0E1599-94C1-462A-9577-DB311E6D9F6B}" type="presParOf" srcId="{7A4A5EE2-D4AC-44D6-A59E-AABD97939510}" destId="{B6866DE6-89C5-41D3-928C-E367028EF4FB}" srcOrd="1" destOrd="0" presId="urn:microsoft.com/office/officeart/2005/8/layout/orgChart1"/>
    <dgm:cxn modelId="{1CD61F73-0421-4EE2-9C72-C6FF0A0CD6E0}" type="presParOf" srcId="{7A4A5EE2-D4AC-44D6-A59E-AABD97939510}" destId="{34B46A68-4727-407D-A24F-7879486670F9}" srcOrd="2" destOrd="0" presId="urn:microsoft.com/office/officeart/2005/8/layout/orgChart1"/>
    <dgm:cxn modelId="{C27C5B12-055E-414C-AC94-D28AC98C14C9}" type="presParOf" srcId="{2682B6FC-49B8-49ED-BF43-7A7A28C8E912}" destId="{99B8577E-2444-46FE-92AB-4895F87D00FA}" srcOrd="2" destOrd="0" presId="urn:microsoft.com/office/officeart/2005/8/layout/orgChart1"/>
    <dgm:cxn modelId="{0B36D4E1-3802-434D-87AA-FF44D75A1DFB}" type="presParOf" srcId="{2970E32C-0B65-4F97-BE53-BC5D52600B2F}" destId="{18E9FF89-6595-4FC8-A476-D12EDA1D39DA}" srcOrd="2" destOrd="0" presId="urn:microsoft.com/office/officeart/2005/8/layout/orgChart1"/>
    <dgm:cxn modelId="{94AFBB2B-F905-4709-894B-7BBE24725DCA}" type="presParOf" srcId="{96383A06-753E-4F1F-B86A-88206C16818F}" destId="{9522B445-4188-49E4-A427-9296B216E1E7}" srcOrd="1" destOrd="0" presId="urn:microsoft.com/office/officeart/2005/8/layout/orgChart1"/>
    <dgm:cxn modelId="{DAE048DE-9C78-4D3B-9DC8-6B2E7674BB38}" type="presParOf" srcId="{9522B445-4188-49E4-A427-9296B216E1E7}" destId="{B7C45D80-D798-4AC9-8571-65E8672EC75D}" srcOrd="0" destOrd="0" presId="urn:microsoft.com/office/officeart/2005/8/layout/orgChart1"/>
    <dgm:cxn modelId="{06536DC1-8157-477D-B524-0F5642EEBA3D}" type="presParOf" srcId="{B7C45D80-D798-4AC9-8571-65E8672EC75D}" destId="{9ED42BEC-DE63-4CB5-A639-C04CCC7AAD2D}" srcOrd="0" destOrd="0" presId="urn:microsoft.com/office/officeart/2005/8/layout/orgChart1"/>
    <dgm:cxn modelId="{3A6D012D-FC45-4462-9B1C-BC8D6B9625B9}" type="presParOf" srcId="{B7C45D80-D798-4AC9-8571-65E8672EC75D}" destId="{254934F7-81E7-4A5C-B0F4-D763E66AF330}" srcOrd="1" destOrd="0" presId="urn:microsoft.com/office/officeart/2005/8/layout/orgChart1"/>
    <dgm:cxn modelId="{A0AF1C92-CB4E-427C-BA6C-71E9F6B1C879}" type="presParOf" srcId="{9522B445-4188-49E4-A427-9296B216E1E7}" destId="{2CC6959D-478C-4EA2-B3B6-4D3BCD96EFCD}" srcOrd="1" destOrd="0" presId="urn:microsoft.com/office/officeart/2005/8/layout/orgChart1"/>
    <dgm:cxn modelId="{A0C175A5-D7D5-4206-9F59-1056813A68E8}" type="presParOf" srcId="{2CC6959D-478C-4EA2-B3B6-4D3BCD96EFCD}" destId="{6A0BA22F-D38E-4251-B682-798DA8310B04}" srcOrd="0" destOrd="0" presId="urn:microsoft.com/office/officeart/2005/8/layout/orgChart1"/>
    <dgm:cxn modelId="{83C4244B-A716-4388-AA35-660691F4B17B}" type="presParOf" srcId="{2CC6959D-478C-4EA2-B3B6-4D3BCD96EFCD}" destId="{5A9200F9-28C8-43B1-BCE9-7BCFD6CD4E80}" srcOrd="1" destOrd="0" presId="urn:microsoft.com/office/officeart/2005/8/layout/orgChart1"/>
    <dgm:cxn modelId="{D8CABFA8-6C76-4D43-B828-DC8C597975AC}" type="presParOf" srcId="{5A9200F9-28C8-43B1-BCE9-7BCFD6CD4E80}" destId="{FF5A3A7A-548D-4D93-8BD2-9E1D220488F9}" srcOrd="0" destOrd="0" presId="urn:microsoft.com/office/officeart/2005/8/layout/orgChart1"/>
    <dgm:cxn modelId="{8C332888-1024-4090-9134-6F0A79A83BA0}" type="presParOf" srcId="{FF5A3A7A-548D-4D93-8BD2-9E1D220488F9}" destId="{3C9CA67D-7C73-40D5-B8AC-FFD3F23ED2E5}" srcOrd="0" destOrd="0" presId="urn:microsoft.com/office/officeart/2005/8/layout/orgChart1"/>
    <dgm:cxn modelId="{453E29C0-2200-4A61-8D1A-55887EACBD0D}" type="presParOf" srcId="{FF5A3A7A-548D-4D93-8BD2-9E1D220488F9}" destId="{39FE907B-D57A-4E65-AF62-8A70C72D9998}" srcOrd="1" destOrd="0" presId="urn:microsoft.com/office/officeart/2005/8/layout/orgChart1"/>
    <dgm:cxn modelId="{B3D8F28A-6475-44E9-B9CA-B30C5DCD6A60}" type="presParOf" srcId="{5A9200F9-28C8-43B1-BCE9-7BCFD6CD4E80}" destId="{E2B2505C-2793-4F03-9641-8B02CC460184}" srcOrd="1" destOrd="0" presId="urn:microsoft.com/office/officeart/2005/8/layout/orgChart1"/>
    <dgm:cxn modelId="{E30B018F-A188-41AA-B251-66FCC72297ED}" type="presParOf" srcId="{E2B2505C-2793-4F03-9641-8B02CC460184}" destId="{774FD3D8-B0D2-456F-B041-000D18F20B1D}" srcOrd="0" destOrd="0" presId="urn:microsoft.com/office/officeart/2005/8/layout/orgChart1"/>
    <dgm:cxn modelId="{4B76C3BE-9DF2-4FB8-8677-AFB1AF3C2E96}" type="presParOf" srcId="{E2B2505C-2793-4F03-9641-8B02CC460184}" destId="{0872E842-2C6B-422B-86E2-19E17A72E56B}" srcOrd="1" destOrd="0" presId="urn:microsoft.com/office/officeart/2005/8/layout/orgChart1"/>
    <dgm:cxn modelId="{F2EEBD51-D750-4BC7-874A-CBC9A6CA855A}" type="presParOf" srcId="{0872E842-2C6B-422B-86E2-19E17A72E56B}" destId="{BA4DD8BC-EF4E-404C-AC5E-AE393CCB46F9}" srcOrd="0" destOrd="0" presId="urn:microsoft.com/office/officeart/2005/8/layout/orgChart1"/>
    <dgm:cxn modelId="{C36F39CE-6FE0-4059-9735-53E0B042F9F9}" type="presParOf" srcId="{BA4DD8BC-EF4E-404C-AC5E-AE393CCB46F9}" destId="{E1D71F65-BB1B-4077-8ACA-F94A17763AE0}" srcOrd="0" destOrd="0" presId="urn:microsoft.com/office/officeart/2005/8/layout/orgChart1"/>
    <dgm:cxn modelId="{DB4C165B-8F52-49AC-9693-C0B2EA5C02FF}" type="presParOf" srcId="{BA4DD8BC-EF4E-404C-AC5E-AE393CCB46F9}" destId="{07E0E19D-B0E3-4476-9140-69E928A5EEDA}" srcOrd="1" destOrd="0" presId="urn:microsoft.com/office/officeart/2005/8/layout/orgChart1"/>
    <dgm:cxn modelId="{2C5B4CD0-FE25-40C3-A649-77D778FEEA24}" type="presParOf" srcId="{0872E842-2C6B-422B-86E2-19E17A72E56B}" destId="{4812B43D-095F-4789-A38D-91CC17AD281E}" srcOrd="1" destOrd="0" presId="urn:microsoft.com/office/officeart/2005/8/layout/orgChart1"/>
    <dgm:cxn modelId="{5D5090A1-07E6-4AA0-82CA-9DBCF7B29F95}" type="presParOf" srcId="{0872E842-2C6B-422B-86E2-19E17A72E56B}" destId="{1C29BC02-D409-45B6-8A95-428206090562}" srcOrd="2" destOrd="0" presId="urn:microsoft.com/office/officeart/2005/8/layout/orgChart1"/>
    <dgm:cxn modelId="{61D13884-D02F-484F-B4AB-2294A25477E3}" type="presParOf" srcId="{E2B2505C-2793-4F03-9641-8B02CC460184}" destId="{7DF11C5D-B1A2-491E-A3D8-2259AC5AC064}" srcOrd="2" destOrd="0" presId="urn:microsoft.com/office/officeart/2005/8/layout/orgChart1"/>
    <dgm:cxn modelId="{F0A6BA0B-588D-41A7-A746-1C26FA1A902C}" type="presParOf" srcId="{E2B2505C-2793-4F03-9641-8B02CC460184}" destId="{E8FFBEFE-3C17-4E47-A740-18B42622B15D}" srcOrd="3" destOrd="0" presId="urn:microsoft.com/office/officeart/2005/8/layout/orgChart1"/>
    <dgm:cxn modelId="{36FAEE22-35B7-4804-B3D9-76B64AF28F87}" type="presParOf" srcId="{E8FFBEFE-3C17-4E47-A740-18B42622B15D}" destId="{6F4348DE-9185-4D66-83DA-16B2E8FBBBBA}" srcOrd="0" destOrd="0" presId="urn:microsoft.com/office/officeart/2005/8/layout/orgChart1"/>
    <dgm:cxn modelId="{AED4DFE3-2147-42A0-B491-75299593DE69}" type="presParOf" srcId="{6F4348DE-9185-4D66-83DA-16B2E8FBBBBA}" destId="{7013B6C0-65BA-403F-BF96-2821AFF03065}" srcOrd="0" destOrd="0" presId="urn:microsoft.com/office/officeart/2005/8/layout/orgChart1"/>
    <dgm:cxn modelId="{050F85FB-4670-4AA5-87EA-8032C3A9D566}" type="presParOf" srcId="{6F4348DE-9185-4D66-83DA-16B2E8FBBBBA}" destId="{4BA75B66-4544-4831-8054-2F613C540731}" srcOrd="1" destOrd="0" presId="urn:microsoft.com/office/officeart/2005/8/layout/orgChart1"/>
    <dgm:cxn modelId="{9FD1F6B9-1261-4207-8251-C1A768CBA8B0}" type="presParOf" srcId="{E8FFBEFE-3C17-4E47-A740-18B42622B15D}" destId="{20A58B64-A27B-49B5-BDF2-F21A39172BBC}" srcOrd="1" destOrd="0" presId="urn:microsoft.com/office/officeart/2005/8/layout/orgChart1"/>
    <dgm:cxn modelId="{C1CB76EF-45ED-4966-91A7-45EA2EB603C2}" type="presParOf" srcId="{20A58B64-A27B-49B5-BDF2-F21A39172BBC}" destId="{395E353C-F76B-48F6-8DEF-4059A64DE7F8}" srcOrd="0" destOrd="0" presId="urn:microsoft.com/office/officeart/2005/8/layout/orgChart1"/>
    <dgm:cxn modelId="{90C07080-B7A4-4BBA-BD9B-77C10D47795D}" type="presParOf" srcId="{20A58B64-A27B-49B5-BDF2-F21A39172BBC}" destId="{BF9B8561-F1E5-4B7D-BF2B-6156BE4882FA}" srcOrd="1" destOrd="0" presId="urn:microsoft.com/office/officeart/2005/8/layout/orgChart1"/>
    <dgm:cxn modelId="{7282C97C-5917-454C-ADBE-C8A92C3F5100}" type="presParOf" srcId="{BF9B8561-F1E5-4B7D-BF2B-6156BE4882FA}" destId="{AC3BA4EE-81E8-4547-8C44-FB452D5B94A7}" srcOrd="0" destOrd="0" presId="urn:microsoft.com/office/officeart/2005/8/layout/orgChart1"/>
    <dgm:cxn modelId="{4DC2112B-0499-4953-A35F-C9690D2F53E3}" type="presParOf" srcId="{AC3BA4EE-81E8-4547-8C44-FB452D5B94A7}" destId="{CB0D7D86-414A-4F97-9BDE-6AB0E6C41EC5}" srcOrd="0" destOrd="0" presId="urn:microsoft.com/office/officeart/2005/8/layout/orgChart1"/>
    <dgm:cxn modelId="{57B3B2A7-62B4-4A92-B44B-E20B24A7FA1E}" type="presParOf" srcId="{AC3BA4EE-81E8-4547-8C44-FB452D5B94A7}" destId="{6BCCFF9C-75E7-4A4A-BF28-5F96CE619772}" srcOrd="1" destOrd="0" presId="urn:microsoft.com/office/officeart/2005/8/layout/orgChart1"/>
    <dgm:cxn modelId="{CC5846D6-5EE2-49DB-B57C-D4AC1F350C88}" type="presParOf" srcId="{BF9B8561-F1E5-4B7D-BF2B-6156BE4882FA}" destId="{E279C64F-C90D-40E5-BEA6-6A3B985A8098}" srcOrd="1" destOrd="0" presId="urn:microsoft.com/office/officeart/2005/8/layout/orgChart1"/>
    <dgm:cxn modelId="{86306D9B-ADF5-4790-8138-1D184FBED691}" type="presParOf" srcId="{BF9B8561-F1E5-4B7D-BF2B-6156BE4882FA}" destId="{1F5DBF4D-F533-4BCD-95BA-DE0E166811AF}" srcOrd="2" destOrd="0" presId="urn:microsoft.com/office/officeart/2005/8/layout/orgChart1"/>
    <dgm:cxn modelId="{43361562-9F90-49BE-8205-04CAD564FF2B}" type="presParOf" srcId="{E8FFBEFE-3C17-4E47-A740-18B42622B15D}" destId="{DD8E6703-B2E3-42C8-8A67-6A7FB4A313EB}" srcOrd="2" destOrd="0" presId="urn:microsoft.com/office/officeart/2005/8/layout/orgChart1"/>
    <dgm:cxn modelId="{D4F31158-248F-481D-81D8-A5FD310DA684}" type="presParOf" srcId="{5A9200F9-28C8-43B1-BCE9-7BCFD6CD4E80}" destId="{62F75D44-AA29-40CD-AFEB-674412337D56}" srcOrd="2" destOrd="0" presId="urn:microsoft.com/office/officeart/2005/8/layout/orgChart1"/>
    <dgm:cxn modelId="{5D34EBF0-5F52-432C-934A-0E2FF995AD1A}" type="presParOf" srcId="{9522B445-4188-49E4-A427-9296B216E1E7}" destId="{C2BDCD10-87E8-444C-BDB2-A7646A56C771}" srcOrd="2" destOrd="0" presId="urn:microsoft.com/office/officeart/2005/8/layout/orgChart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44D39-5E09-46DC-98F6-C90AAC11CC9F}">
      <dsp:nvSpPr>
        <dsp:cNvPr id="0" name=""/>
        <dsp:cNvSpPr/>
      </dsp:nvSpPr>
      <dsp:spPr>
        <a:xfrm>
          <a:off x="9791956" y="1698354"/>
          <a:ext cx="91440" cy="2694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404"/>
              </a:lnTo>
              <a:lnTo>
                <a:pt x="133569" y="26940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D10819-F565-4B32-8396-121E44DDF757}">
      <dsp:nvSpPr>
        <dsp:cNvPr id="0" name=""/>
        <dsp:cNvSpPr/>
      </dsp:nvSpPr>
      <dsp:spPr>
        <a:xfrm>
          <a:off x="7487707" y="1282534"/>
          <a:ext cx="2584233" cy="1229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94"/>
              </a:lnTo>
              <a:lnTo>
                <a:pt x="2584233" y="61494"/>
              </a:lnTo>
              <a:lnTo>
                <a:pt x="2584233" y="12298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1E0525-CFA2-4914-B9E9-D0B3E0207EE1}">
      <dsp:nvSpPr>
        <dsp:cNvPr id="0" name=""/>
        <dsp:cNvSpPr/>
      </dsp:nvSpPr>
      <dsp:spPr>
        <a:xfrm>
          <a:off x="5612125" y="1282534"/>
          <a:ext cx="1875582" cy="122989"/>
        </a:xfrm>
        <a:custGeom>
          <a:avLst/>
          <a:gdLst/>
          <a:ahLst/>
          <a:cxnLst/>
          <a:rect l="0" t="0" r="0" b="0"/>
          <a:pathLst>
            <a:path>
              <a:moveTo>
                <a:pt x="1875582" y="0"/>
              </a:moveTo>
              <a:lnTo>
                <a:pt x="1875582" y="61494"/>
              </a:lnTo>
              <a:lnTo>
                <a:pt x="0" y="61494"/>
              </a:lnTo>
              <a:lnTo>
                <a:pt x="0" y="12298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E6C8FF-57E3-4FDC-AB63-04A2E46BA518}">
      <dsp:nvSpPr>
        <dsp:cNvPr id="0" name=""/>
        <dsp:cNvSpPr/>
      </dsp:nvSpPr>
      <dsp:spPr>
        <a:xfrm>
          <a:off x="4903474" y="1698354"/>
          <a:ext cx="4606231" cy="1229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94"/>
              </a:lnTo>
              <a:lnTo>
                <a:pt x="4606231" y="61494"/>
              </a:lnTo>
              <a:lnTo>
                <a:pt x="4606231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24FAF1-9F99-44A4-BB1E-26CE3C4EF46E}">
      <dsp:nvSpPr>
        <dsp:cNvPr id="0" name=""/>
        <dsp:cNvSpPr/>
      </dsp:nvSpPr>
      <dsp:spPr>
        <a:xfrm>
          <a:off x="4903474" y="1698354"/>
          <a:ext cx="3897580" cy="1229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94"/>
              </a:lnTo>
              <a:lnTo>
                <a:pt x="3897580" y="61494"/>
              </a:lnTo>
              <a:lnTo>
                <a:pt x="3897580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EAF5B2-2107-4B3C-953B-299E7DC72DCE}">
      <dsp:nvSpPr>
        <dsp:cNvPr id="0" name=""/>
        <dsp:cNvSpPr/>
      </dsp:nvSpPr>
      <dsp:spPr>
        <a:xfrm>
          <a:off x="4903474" y="1698354"/>
          <a:ext cx="3188929" cy="1229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94"/>
              </a:lnTo>
              <a:lnTo>
                <a:pt x="3188929" y="61494"/>
              </a:lnTo>
              <a:lnTo>
                <a:pt x="3188929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A8EF9-71D2-4B17-9E53-578635D66AA0}">
      <dsp:nvSpPr>
        <dsp:cNvPr id="0" name=""/>
        <dsp:cNvSpPr/>
      </dsp:nvSpPr>
      <dsp:spPr>
        <a:xfrm>
          <a:off x="7103768" y="2114174"/>
          <a:ext cx="91440" cy="11010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01044"/>
              </a:lnTo>
              <a:lnTo>
                <a:pt x="133569" y="110104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97990D-E44B-4305-9D2F-56D09168983C}">
      <dsp:nvSpPr>
        <dsp:cNvPr id="0" name=""/>
        <dsp:cNvSpPr/>
      </dsp:nvSpPr>
      <dsp:spPr>
        <a:xfrm>
          <a:off x="7103768" y="2114174"/>
          <a:ext cx="91440" cy="68522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85224"/>
              </a:lnTo>
              <a:lnTo>
                <a:pt x="133569" y="68522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04120F-6EE7-4055-9573-23F96D26E528}">
      <dsp:nvSpPr>
        <dsp:cNvPr id="0" name=""/>
        <dsp:cNvSpPr/>
      </dsp:nvSpPr>
      <dsp:spPr>
        <a:xfrm>
          <a:off x="7103768" y="2114174"/>
          <a:ext cx="91440" cy="2694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404"/>
              </a:lnTo>
              <a:lnTo>
                <a:pt x="133569" y="2694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3AE31D-62A4-4560-8038-C76B418668E0}">
      <dsp:nvSpPr>
        <dsp:cNvPr id="0" name=""/>
        <dsp:cNvSpPr/>
      </dsp:nvSpPr>
      <dsp:spPr>
        <a:xfrm>
          <a:off x="4903474" y="1698354"/>
          <a:ext cx="2480278" cy="1229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94"/>
              </a:lnTo>
              <a:lnTo>
                <a:pt x="2480278" y="61494"/>
              </a:lnTo>
              <a:lnTo>
                <a:pt x="2480278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C70DE6-0F1E-4D6D-9821-7B5C4A4BD7DB}">
      <dsp:nvSpPr>
        <dsp:cNvPr id="0" name=""/>
        <dsp:cNvSpPr/>
      </dsp:nvSpPr>
      <dsp:spPr>
        <a:xfrm>
          <a:off x="6395117" y="2114174"/>
          <a:ext cx="91440" cy="2694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404"/>
              </a:lnTo>
              <a:lnTo>
                <a:pt x="133569" y="2694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030F53-8940-47D5-8AD2-E37A55E9B5B0}">
      <dsp:nvSpPr>
        <dsp:cNvPr id="0" name=""/>
        <dsp:cNvSpPr/>
      </dsp:nvSpPr>
      <dsp:spPr>
        <a:xfrm>
          <a:off x="4903474" y="1698354"/>
          <a:ext cx="1771627" cy="1229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94"/>
              </a:lnTo>
              <a:lnTo>
                <a:pt x="1771627" y="61494"/>
              </a:lnTo>
              <a:lnTo>
                <a:pt x="1771627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2B5BB1-3B1F-441C-AFB5-6BC2C6CFBFD5}">
      <dsp:nvSpPr>
        <dsp:cNvPr id="0" name=""/>
        <dsp:cNvSpPr/>
      </dsp:nvSpPr>
      <dsp:spPr>
        <a:xfrm>
          <a:off x="4903474" y="1698354"/>
          <a:ext cx="1062976" cy="1229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94"/>
              </a:lnTo>
              <a:lnTo>
                <a:pt x="1062976" y="61494"/>
              </a:lnTo>
              <a:lnTo>
                <a:pt x="1062976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5E2A0D-1B0A-4202-ABD3-266B3C03FF9D}">
      <dsp:nvSpPr>
        <dsp:cNvPr id="0" name=""/>
        <dsp:cNvSpPr/>
      </dsp:nvSpPr>
      <dsp:spPr>
        <a:xfrm>
          <a:off x="4903474" y="1698354"/>
          <a:ext cx="354325" cy="1229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94"/>
              </a:lnTo>
              <a:lnTo>
                <a:pt x="354325" y="61494"/>
              </a:lnTo>
              <a:lnTo>
                <a:pt x="354325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3EEC96-37AF-4609-B9CF-78CE525DE740}">
      <dsp:nvSpPr>
        <dsp:cNvPr id="0" name=""/>
        <dsp:cNvSpPr/>
      </dsp:nvSpPr>
      <dsp:spPr>
        <a:xfrm>
          <a:off x="4549149" y="1698354"/>
          <a:ext cx="354325" cy="122989"/>
        </a:xfrm>
        <a:custGeom>
          <a:avLst/>
          <a:gdLst/>
          <a:ahLst/>
          <a:cxnLst/>
          <a:rect l="0" t="0" r="0" b="0"/>
          <a:pathLst>
            <a:path>
              <a:moveTo>
                <a:pt x="354325" y="0"/>
              </a:moveTo>
              <a:lnTo>
                <a:pt x="354325" y="61494"/>
              </a:lnTo>
              <a:lnTo>
                <a:pt x="0" y="61494"/>
              </a:lnTo>
              <a:lnTo>
                <a:pt x="0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9AA294-CAE5-4E7E-9252-68BD449B6346}">
      <dsp:nvSpPr>
        <dsp:cNvPr id="0" name=""/>
        <dsp:cNvSpPr/>
      </dsp:nvSpPr>
      <dsp:spPr>
        <a:xfrm>
          <a:off x="3840498" y="1698354"/>
          <a:ext cx="1062976" cy="122989"/>
        </a:xfrm>
        <a:custGeom>
          <a:avLst/>
          <a:gdLst/>
          <a:ahLst/>
          <a:cxnLst/>
          <a:rect l="0" t="0" r="0" b="0"/>
          <a:pathLst>
            <a:path>
              <a:moveTo>
                <a:pt x="1062976" y="0"/>
              </a:moveTo>
              <a:lnTo>
                <a:pt x="1062976" y="61494"/>
              </a:lnTo>
              <a:lnTo>
                <a:pt x="0" y="61494"/>
              </a:lnTo>
              <a:lnTo>
                <a:pt x="0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1B268-C64E-48E1-8E2D-7A504CACE7B7}">
      <dsp:nvSpPr>
        <dsp:cNvPr id="0" name=""/>
        <dsp:cNvSpPr/>
      </dsp:nvSpPr>
      <dsp:spPr>
        <a:xfrm>
          <a:off x="3131847" y="1698354"/>
          <a:ext cx="1771627" cy="122989"/>
        </a:xfrm>
        <a:custGeom>
          <a:avLst/>
          <a:gdLst/>
          <a:ahLst/>
          <a:cxnLst/>
          <a:rect l="0" t="0" r="0" b="0"/>
          <a:pathLst>
            <a:path>
              <a:moveTo>
                <a:pt x="1771627" y="0"/>
              </a:moveTo>
              <a:lnTo>
                <a:pt x="1771627" y="61494"/>
              </a:lnTo>
              <a:lnTo>
                <a:pt x="0" y="61494"/>
              </a:lnTo>
              <a:lnTo>
                <a:pt x="0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9643B0-BF6E-44C2-8134-E91ADAEC85C2}">
      <dsp:nvSpPr>
        <dsp:cNvPr id="0" name=""/>
        <dsp:cNvSpPr/>
      </dsp:nvSpPr>
      <dsp:spPr>
        <a:xfrm>
          <a:off x="2143211" y="2114174"/>
          <a:ext cx="91440" cy="68522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85224"/>
              </a:lnTo>
              <a:lnTo>
                <a:pt x="133569" y="68522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3FCC76-0C50-4CC6-A030-3057AD1006B7}">
      <dsp:nvSpPr>
        <dsp:cNvPr id="0" name=""/>
        <dsp:cNvSpPr/>
      </dsp:nvSpPr>
      <dsp:spPr>
        <a:xfrm>
          <a:off x="2143211" y="2114174"/>
          <a:ext cx="91440" cy="2694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404"/>
              </a:lnTo>
              <a:lnTo>
                <a:pt x="133569" y="2694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0B1F5D-E04F-46BC-A6F6-7773E777E2CD}">
      <dsp:nvSpPr>
        <dsp:cNvPr id="0" name=""/>
        <dsp:cNvSpPr/>
      </dsp:nvSpPr>
      <dsp:spPr>
        <a:xfrm>
          <a:off x="2423196" y="1698354"/>
          <a:ext cx="2480278" cy="122989"/>
        </a:xfrm>
        <a:custGeom>
          <a:avLst/>
          <a:gdLst/>
          <a:ahLst/>
          <a:cxnLst/>
          <a:rect l="0" t="0" r="0" b="0"/>
          <a:pathLst>
            <a:path>
              <a:moveTo>
                <a:pt x="2480278" y="0"/>
              </a:moveTo>
              <a:lnTo>
                <a:pt x="2480278" y="61494"/>
              </a:lnTo>
              <a:lnTo>
                <a:pt x="0" y="61494"/>
              </a:lnTo>
              <a:lnTo>
                <a:pt x="0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C7DE06-AA00-4C1D-A2AB-516B34A21EA6}">
      <dsp:nvSpPr>
        <dsp:cNvPr id="0" name=""/>
        <dsp:cNvSpPr/>
      </dsp:nvSpPr>
      <dsp:spPr>
        <a:xfrm>
          <a:off x="1714545" y="1698354"/>
          <a:ext cx="3188929" cy="122989"/>
        </a:xfrm>
        <a:custGeom>
          <a:avLst/>
          <a:gdLst/>
          <a:ahLst/>
          <a:cxnLst/>
          <a:rect l="0" t="0" r="0" b="0"/>
          <a:pathLst>
            <a:path>
              <a:moveTo>
                <a:pt x="3188929" y="0"/>
              </a:moveTo>
              <a:lnTo>
                <a:pt x="3188929" y="61494"/>
              </a:lnTo>
              <a:lnTo>
                <a:pt x="0" y="61494"/>
              </a:lnTo>
              <a:lnTo>
                <a:pt x="0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47CF1E-6EF7-4CDB-BDC7-2FD1556337F7}">
      <dsp:nvSpPr>
        <dsp:cNvPr id="0" name=""/>
        <dsp:cNvSpPr/>
      </dsp:nvSpPr>
      <dsp:spPr>
        <a:xfrm>
          <a:off x="1005894" y="2114174"/>
          <a:ext cx="708650" cy="1229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94"/>
              </a:lnTo>
              <a:lnTo>
                <a:pt x="708650" y="61494"/>
              </a:lnTo>
              <a:lnTo>
                <a:pt x="708650" y="12298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B3969-E4AF-40DE-8799-FA4CDCD70119}">
      <dsp:nvSpPr>
        <dsp:cNvPr id="0" name=""/>
        <dsp:cNvSpPr/>
      </dsp:nvSpPr>
      <dsp:spPr>
        <a:xfrm>
          <a:off x="725909" y="2529994"/>
          <a:ext cx="91440" cy="2694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404"/>
              </a:lnTo>
              <a:lnTo>
                <a:pt x="133569" y="2694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F5C3E8-29A7-416B-8221-F7B41ED8D240}">
      <dsp:nvSpPr>
        <dsp:cNvPr id="0" name=""/>
        <dsp:cNvSpPr/>
      </dsp:nvSpPr>
      <dsp:spPr>
        <a:xfrm>
          <a:off x="960174" y="2114174"/>
          <a:ext cx="91440" cy="1229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298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C046B8-37A1-4843-ABE7-2AB1C9BDCD14}">
      <dsp:nvSpPr>
        <dsp:cNvPr id="0" name=""/>
        <dsp:cNvSpPr/>
      </dsp:nvSpPr>
      <dsp:spPr>
        <a:xfrm>
          <a:off x="17258" y="2529994"/>
          <a:ext cx="91440" cy="2694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404"/>
              </a:lnTo>
              <a:lnTo>
                <a:pt x="133569" y="2694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EEDAF5-6C0E-4B4C-9B93-796B5B32144F}">
      <dsp:nvSpPr>
        <dsp:cNvPr id="0" name=""/>
        <dsp:cNvSpPr/>
      </dsp:nvSpPr>
      <dsp:spPr>
        <a:xfrm>
          <a:off x="297243" y="2114174"/>
          <a:ext cx="708650" cy="122989"/>
        </a:xfrm>
        <a:custGeom>
          <a:avLst/>
          <a:gdLst/>
          <a:ahLst/>
          <a:cxnLst/>
          <a:rect l="0" t="0" r="0" b="0"/>
          <a:pathLst>
            <a:path>
              <a:moveTo>
                <a:pt x="708650" y="0"/>
              </a:moveTo>
              <a:lnTo>
                <a:pt x="708650" y="61494"/>
              </a:lnTo>
              <a:lnTo>
                <a:pt x="0" y="61494"/>
              </a:lnTo>
              <a:lnTo>
                <a:pt x="0" y="12298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11C20C-BE9C-4C71-B4EB-B39E72FC09DE}">
      <dsp:nvSpPr>
        <dsp:cNvPr id="0" name=""/>
        <dsp:cNvSpPr/>
      </dsp:nvSpPr>
      <dsp:spPr>
        <a:xfrm>
          <a:off x="1005894" y="1698354"/>
          <a:ext cx="3897580" cy="122989"/>
        </a:xfrm>
        <a:custGeom>
          <a:avLst/>
          <a:gdLst/>
          <a:ahLst/>
          <a:cxnLst/>
          <a:rect l="0" t="0" r="0" b="0"/>
          <a:pathLst>
            <a:path>
              <a:moveTo>
                <a:pt x="3897580" y="0"/>
              </a:moveTo>
              <a:lnTo>
                <a:pt x="3897580" y="61494"/>
              </a:lnTo>
              <a:lnTo>
                <a:pt x="0" y="61494"/>
              </a:lnTo>
              <a:lnTo>
                <a:pt x="0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40DCFB-B924-44CB-AF44-E2D78E400105}">
      <dsp:nvSpPr>
        <dsp:cNvPr id="0" name=""/>
        <dsp:cNvSpPr/>
      </dsp:nvSpPr>
      <dsp:spPr>
        <a:xfrm>
          <a:off x="297243" y="1698354"/>
          <a:ext cx="4606231" cy="122989"/>
        </a:xfrm>
        <a:custGeom>
          <a:avLst/>
          <a:gdLst/>
          <a:ahLst/>
          <a:cxnLst/>
          <a:rect l="0" t="0" r="0" b="0"/>
          <a:pathLst>
            <a:path>
              <a:moveTo>
                <a:pt x="4606231" y="0"/>
              </a:moveTo>
              <a:lnTo>
                <a:pt x="4606231" y="61494"/>
              </a:lnTo>
              <a:lnTo>
                <a:pt x="0" y="61494"/>
              </a:lnTo>
              <a:lnTo>
                <a:pt x="0" y="12298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8500BC-314A-4681-8B8D-070ABB5ADD4A}">
      <dsp:nvSpPr>
        <dsp:cNvPr id="0" name=""/>
        <dsp:cNvSpPr/>
      </dsp:nvSpPr>
      <dsp:spPr>
        <a:xfrm>
          <a:off x="4903474" y="1282534"/>
          <a:ext cx="2584233" cy="122989"/>
        </a:xfrm>
        <a:custGeom>
          <a:avLst/>
          <a:gdLst/>
          <a:ahLst/>
          <a:cxnLst/>
          <a:rect l="0" t="0" r="0" b="0"/>
          <a:pathLst>
            <a:path>
              <a:moveTo>
                <a:pt x="2584233" y="0"/>
              </a:moveTo>
              <a:lnTo>
                <a:pt x="2584233" y="61494"/>
              </a:lnTo>
              <a:lnTo>
                <a:pt x="0" y="61494"/>
              </a:lnTo>
              <a:lnTo>
                <a:pt x="0" y="12298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83D4D-8BE0-48BA-B8FA-5AC5DBA3A479}">
      <dsp:nvSpPr>
        <dsp:cNvPr id="0" name=""/>
        <dsp:cNvSpPr/>
      </dsp:nvSpPr>
      <dsp:spPr>
        <a:xfrm>
          <a:off x="6486225" y="989703"/>
          <a:ext cx="585661" cy="29283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1874490 Alberta ltd. (Hold Co for the Trust shares)</a:t>
          </a:r>
          <a:endParaRPr lang="en-CA" sz="500" kern="1200" dirty="0"/>
        </a:p>
      </dsp:txBody>
      <dsp:txXfrm>
        <a:off x="6486225" y="989703"/>
        <a:ext cx="585661" cy="292830"/>
      </dsp:txXfrm>
    </dsp:sp>
    <dsp:sp modelId="{EA85FA64-255A-443B-87AF-3B5AC415F1BF}">
      <dsp:nvSpPr>
        <dsp:cNvPr id="0" name=""/>
        <dsp:cNvSpPr/>
      </dsp:nvSpPr>
      <dsp:spPr>
        <a:xfrm>
          <a:off x="7194876" y="989703"/>
          <a:ext cx="585661" cy="29283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 Trust as a Force for Good (Trustees)</a:t>
          </a:r>
          <a:endParaRPr lang="en-CA" sz="500" kern="1200" dirty="0"/>
        </a:p>
      </dsp:txBody>
      <dsp:txXfrm>
        <a:off x="7194876" y="989703"/>
        <a:ext cx="585661" cy="292830"/>
      </dsp:txXfrm>
    </dsp:sp>
    <dsp:sp modelId="{48003A9B-3946-417C-AE35-80F358969815}">
      <dsp:nvSpPr>
        <dsp:cNvPr id="0" name=""/>
        <dsp:cNvSpPr/>
      </dsp:nvSpPr>
      <dsp:spPr>
        <a:xfrm>
          <a:off x="4610643" y="1405523"/>
          <a:ext cx="585661" cy="29283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Business as a Force for Good Inc.</a:t>
          </a:r>
          <a:endParaRPr lang="en-CA" sz="500" kern="1200" dirty="0"/>
        </a:p>
      </dsp:txBody>
      <dsp:txXfrm>
        <a:off x="4610643" y="1405523"/>
        <a:ext cx="585661" cy="292830"/>
      </dsp:txXfrm>
    </dsp:sp>
    <dsp:sp modelId="{C2B146AD-BA6D-4208-B43E-E13A9745AA96}">
      <dsp:nvSpPr>
        <dsp:cNvPr id="0" name=""/>
        <dsp:cNvSpPr/>
      </dsp:nvSpPr>
      <dsp:spPr>
        <a:xfrm>
          <a:off x="4412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 dirty="0"/>
            <a:t>2624476 Alberta Ltd.  Seba Property incl Kokanee</a:t>
          </a:r>
        </a:p>
      </dsp:txBody>
      <dsp:txXfrm>
        <a:off x="4412" y="1821343"/>
        <a:ext cx="585661" cy="292830"/>
      </dsp:txXfrm>
    </dsp:sp>
    <dsp:sp modelId="{7CD09121-D978-49CB-B275-7BB3BEFC0D2F}">
      <dsp:nvSpPr>
        <dsp:cNvPr id="0" name=""/>
        <dsp:cNvSpPr/>
      </dsp:nvSpPr>
      <dsp:spPr>
        <a:xfrm>
          <a:off x="713063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 dirty="0"/>
            <a:t>JL Legacy Ltd. (Real Estate and Lending)</a:t>
          </a:r>
        </a:p>
      </dsp:txBody>
      <dsp:txXfrm>
        <a:off x="713063" y="1821343"/>
        <a:ext cx="585661" cy="292830"/>
      </dsp:txXfrm>
    </dsp:sp>
    <dsp:sp modelId="{44A35D14-7D11-4522-A5F0-489014CF1039}">
      <dsp:nvSpPr>
        <dsp:cNvPr id="0" name=""/>
        <dsp:cNvSpPr/>
      </dsp:nvSpPr>
      <dsp:spPr>
        <a:xfrm>
          <a:off x="4412" y="2237163"/>
          <a:ext cx="585661" cy="292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b="1" i="0" kern="1200" dirty="0"/>
            <a:t>2644323 Alberta Ltd. (Cannabis </a:t>
          </a:r>
          <a:r>
            <a:rPr lang="en-CA" sz="500" b="1" i="0" kern="1200" dirty="0" err="1"/>
            <a:t>HoldCo</a:t>
          </a:r>
          <a:r>
            <a:rPr lang="en-CA" sz="500" b="1" i="0" kern="1200" dirty="0"/>
            <a:t> under JL)</a:t>
          </a:r>
          <a:endParaRPr lang="en-CA" sz="500" kern="1200" dirty="0"/>
        </a:p>
      </dsp:txBody>
      <dsp:txXfrm>
        <a:off x="4412" y="2237163"/>
        <a:ext cx="585661" cy="292830"/>
      </dsp:txXfrm>
    </dsp:sp>
    <dsp:sp modelId="{A280205F-5BAF-4C59-AC07-C3CCE3FBEF53}">
      <dsp:nvSpPr>
        <dsp:cNvPr id="0" name=""/>
        <dsp:cNvSpPr/>
      </dsp:nvSpPr>
      <dsp:spPr>
        <a:xfrm>
          <a:off x="150828" y="2652983"/>
          <a:ext cx="585661" cy="292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 dirty="0"/>
            <a:t>10s and 20s Cannabis Inc. (Retail)</a:t>
          </a:r>
        </a:p>
      </dsp:txBody>
      <dsp:txXfrm>
        <a:off x="150828" y="2652983"/>
        <a:ext cx="585661" cy="292830"/>
      </dsp:txXfrm>
    </dsp:sp>
    <dsp:sp modelId="{75A7D419-7EF2-4577-8AE7-0910F7B1BAB9}">
      <dsp:nvSpPr>
        <dsp:cNvPr id="0" name=""/>
        <dsp:cNvSpPr/>
      </dsp:nvSpPr>
      <dsp:spPr>
        <a:xfrm>
          <a:off x="713063" y="2237163"/>
          <a:ext cx="585661" cy="292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Freedom Cannabis Inc. (active)</a:t>
          </a:r>
          <a:endParaRPr lang="en-CA" sz="500" kern="1200" dirty="0"/>
        </a:p>
      </dsp:txBody>
      <dsp:txXfrm>
        <a:off x="713063" y="2237163"/>
        <a:ext cx="585661" cy="292830"/>
      </dsp:txXfrm>
    </dsp:sp>
    <dsp:sp modelId="{3AA3F9FE-9F15-4662-A405-51D579585E60}">
      <dsp:nvSpPr>
        <dsp:cNvPr id="0" name=""/>
        <dsp:cNvSpPr/>
      </dsp:nvSpPr>
      <dsp:spPr>
        <a:xfrm>
          <a:off x="859478" y="2652983"/>
          <a:ext cx="585661" cy="292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/>
            <a:t>CTS</a:t>
          </a:r>
          <a:endParaRPr lang="en-CA" sz="500" kern="1200" dirty="0"/>
        </a:p>
      </dsp:txBody>
      <dsp:txXfrm>
        <a:off x="859478" y="2652983"/>
        <a:ext cx="585661" cy="292830"/>
      </dsp:txXfrm>
    </dsp:sp>
    <dsp:sp modelId="{10963EB1-C7BD-482E-AFD0-3A15DFB66449}">
      <dsp:nvSpPr>
        <dsp:cNvPr id="0" name=""/>
        <dsp:cNvSpPr/>
      </dsp:nvSpPr>
      <dsp:spPr>
        <a:xfrm>
          <a:off x="1421714" y="2237163"/>
          <a:ext cx="585661" cy="292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Viridis</a:t>
          </a:r>
          <a:r>
            <a:rPr lang="en-US" sz="500" kern="1200" dirty="0"/>
            <a:t> Cannabis (active)</a:t>
          </a:r>
          <a:endParaRPr lang="en-CA" sz="500" kern="1200" dirty="0"/>
        </a:p>
      </dsp:txBody>
      <dsp:txXfrm>
        <a:off x="1421714" y="2237163"/>
        <a:ext cx="585661" cy="292830"/>
      </dsp:txXfrm>
    </dsp:sp>
    <dsp:sp modelId="{6B7E0D93-EA02-497B-B9CF-C4E6394C28C8}">
      <dsp:nvSpPr>
        <dsp:cNvPr id="0" name=""/>
        <dsp:cNvSpPr/>
      </dsp:nvSpPr>
      <dsp:spPr>
        <a:xfrm>
          <a:off x="1421714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 dirty="0"/>
            <a:t>Maven / </a:t>
          </a:r>
          <a:r>
            <a:rPr lang="en-CA" sz="500" kern="1200" dirty="0" err="1"/>
            <a:t>MoneyUp</a:t>
          </a:r>
          <a:endParaRPr lang="en-CA" sz="500" kern="1200" dirty="0"/>
        </a:p>
      </dsp:txBody>
      <dsp:txXfrm>
        <a:off x="1421714" y="1821343"/>
        <a:ext cx="585661" cy="292830"/>
      </dsp:txXfrm>
    </dsp:sp>
    <dsp:sp modelId="{861FF52D-94B7-403F-B4EB-7C4E26C16C43}">
      <dsp:nvSpPr>
        <dsp:cNvPr id="0" name=""/>
        <dsp:cNvSpPr/>
      </dsp:nvSpPr>
      <dsp:spPr>
        <a:xfrm>
          <a:off x="2130365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Cashco Group of Companies Inc.</a:t>
          </a:r>
          <a:endParaRPr lang="en-CA" sz="500" kern="1200" dirty="0"/>
        </a:p>
      </dsp:txBody>
      <dsp:txXfrm>
        <a:off x="2130365" y="1821343"/>
        <a:ext cx="585661" cy="292830"/>
      </dsp:txXfrm>
    </dsp:sp>
    <dsp:sp modelId="{A7822F4F-89C0-4A43-AEA5-8AD1360EC991}">
      <dsp:nvSpPr>
        <dsp:cNvPr id="0" name=""/>
        <dsp:cNvSpPr/>
      </dsp:nvSpPr>
      <dsp:spPr>
        <a:xfrm>
          <a:off x="2276780" y="2237163"/>
          <a:ext cx="585661" cy="292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/>
            <a:t>Cashco Venue Inc. (active)</a:t>
          </a:r>
        </a:p>
      </dsp:txBody>
      <dsp:txXfrm>
        <a:off x="2276780" y="2237163"/>
        <a:ext cx="585661" cy="292830"/>
      </dsp:txXfrm>
    </dsp:sp>
    <dsp:sp modelId="{21BC039D-4E59-4473-8076-3A16409E9F0E}">
      <dsp:nvSpPr>
        <dsp:cNvPr id="0" name=""/>
        <dsp:cNvSpPr/>
      </dsp:nvSpPr>
      <dsp:spPr>
        <a:xfrm>
          <a:off x="2276780" y="2652983"/>
          <a:ext cx="585661" cy="292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err="1"/>
            <a:t>CashCo</a:t>
          </a:r>
          <a:r>
            <a:rPr lang="en-US" sz="500" kern="1200"/>
            <a:t> Financial Inc (active)</a:t>
          </a:r>
          <a:endParaRPr lang="en-CA" sz="500" kern="1200"/>
        </a:p>
      </dsp:txBody>
      <dsp:txXfrm>
        <a:off x="2276780" y="2652983"/>
        <a:ext cx="585661" cy="292830"/>
      </dsp:txXfrm>
    </dsp:sp>
    <dsp:sp modelId="{CBBC39B4-2DCE-4544-97E6-9B1626F85D45}">
      <dsp:nvSpPr>
        <dsp:cNvPr id="0" name=""/>
        <dsp:cNvSpPr/>
      </dsp:nvSpPr>
      <dsp:spPr>
        <a:xfrm>
          <a:off x="2839016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/>
            <a:t>2624476 Alberta Ltd. - Seba Property (</a:t>
          </a:r>
          <a:r>
            <a:rPr lang="en-CA" sz="500" kern="1200" err="1"/>
            <a:t>HoldCo</a:t>
          </a:r>
          <a:r>
            <a:rPr lang="en-CA" sz="500" kern="1200"/>
            <a:t>)</a:t>
          </a:r>
        </a:p>
      </dsp:txBody>
      <dsp:txXfrm>
        <a:off x="2839016" y="1821343"/>
        <a:ext cx="585661" cy="292830"/>
      </dsp:txXfrm>
    </dsp:sp>
    <dsp:sp modelId="{70A4FE41-4DD0-4E12-A38F-18DCA1571B18}">
      <dsp:nvSpPr>
        <dsp:cNvPr id="0" name=""/>
        <dsp:cNvSpPr/>
      </dsp:nvSpPr>
      <dsp:spPr>
        <a:xfrm>
          <a:off x="3547667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Seba Hub Inc. / Kokanee / Village Vows</a:t>
          </a:r>
          <a:endParaRPr lang="en-CA" sz="500" kern="1200" dirty="0"/>
        </a:p>
      </dsp:txBody>
      <dsp:txXfrm>
        <a:off x="3547667" y="1821343"/>
        <a:ext cx="585661" cy="292830"/>
      </dsp:txXfrm>
    </dsp:sp>
    <dsp:sp modelId="{14DDF56C-40DA-4FFF-83D4-4EDDBAA8608C}">
      <dsp:nvSpPr>
        <dsp:cNvPr id="0" name=""/>
        <dsp:cNvSpPr/>
      </dsp:nvSpPr>
      <dsp:spPr>
        <a:xfrm>
          <a:off x="4256318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 dirty="0"/>
            <a:t>Herb 'n' Hetty Inc. (not active, 75% BAAFFG 25% Jesse)</a:t>
          </a:r>
        </a:p>
      </dsp:txBody>
      <dsp:txXfrm>
        <a:off x="4256318" y="1821343"/>
        <a:ext cx="585661" cy="292830"/>
      </dsp:txXfrm>
    </dsp:sp>
    <dsp:sp modelId="{A2102E89-8D98-4B45-8E99-FD9DB792036A}">
      <dsp:nvSpPr>
        <dsp:cNvPr id="0" name=""/>
        <dsp:cNvSpPr/>
      </dsp:nvSpPr>
      <dsp:spPr>
        <a:xfrm>
          <a:off x="4964969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 dirty="0"/>
            <a:t>24 Hour Mortgage (not operating, license only)</a:t>
          </a:r>
        </a:p>
      </dsp:txBody>
      <dsp:txXfrm>
        <a:off x="4964969" y="1821343"/>
        <a:ext cx="585661" cy="292830"/>
      </dsp:txXfrm>
    </dsp:sp>
    <dsp:sp modelId="{F58291C0-979B-46A5-BB50-28FA4F979B38}">
      <dsp:nvSpPr>
        <dsp:cNvPr id="0" name=""/>
        <dsp:cNvSpPr/>
      </dsp:nvSpPr>
      <dsp:spPr>
        <a:xfrm>
          <a:off x="5673619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b="1" i="0" kern="1200" dirty="0"/>
            <a:t>2745660 ALBERTA LTD. (not in use yet – New)</a:t>
          </a:r>
          <a:endParaRPr lang="en-CA" sz="500" kern="1200" dirty="0"/>
        </a:p>
      </dsp:txBody>
      <dsp:txXfrm>
        <a:off x="5673619" y="1821343"/>
        <a:ext cx="585661" cy="292830"/>
      </dsp:txXfrm>
    </dsp:sp>
    <dsp:sp modelId="{A23F431F-C508-4CE6-9996-4ABE37C8A2D1}">
      <dsp:nvSpPr>
        <dsp:cNvPr id="0" name=""/>
        <dsp:cNvSpPr/>
      </dsp:nvSpPr>
      <dsp:spPr>
        <a:xfrm>
          <a:off x="6382270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Pawn Princess Solutions Inc.</a:t>
          </a:r>
          <a:endParaRPr lang="en-CA" sz="500" kern="1200" dirty="0"/>
        </a:p>
      </dsp:txBody>
      <dsp:txXfrm>
        <a:off x="6382270" y="1821343"/>
        <a:ext cx="585661" cy="292830"/>
      </dsp:txXfrm>
    </dsp:sp>
    <dsp:sp modelId="{AE0199A6-1794-46CD-8CE9-51E529F2005F}">
      <dsp:nvSpPr>
        <dsp:cNvPr id="0" name=""/>
        <dsp:cNvSpPr/>
      </dsp:nvSpPr>
      <dsp:spPr>
        <a:xfrm>
          <a:off x="6528686" y="2237163"/>
          <a:ext cx="585661" cy="292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/>
            <a:t>HoldCo for PoW</a:t>
          </a:r>
          <a:endParaRPr lang="en-CA" sz="500" kern="1200" dirty="0"/>
        </a:p>
      </dsp:txBody>
      <dsp:txXfrm>
        <a:off x="6528686" y="2237163"/>
        <a:ext cx="585661" cy="292830"/>
      </dsp:txXfrm>
    </dsp:sp>
    <dsp:sp modelId="{2D5426BD-856D-4192-9A11-82D61258FC98}">
      <dsp:nvSpPr>
        <dsp:cNvPr id="0" name=""/>
        <dsp:cNvSpPr/>
      </dsp:nvSpPr>
      <dsp:spPr>
        <a:xfrm>
          <a:off x="7090921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2626664 Alberta Ltd. (Cannabis Hold Co)</a:t>
          </a:r>
          <a:endParaRPr lang="en-CA" sz="500" kern="1200" dirty="0"/>
        </a:p>
      </dsp:txBody>
      <dsp:txXfrm>
        <a:off x="7090921" y="1821343"/>
        <a:ext cx="585661" cy="292830"/>
      </dsp:txXfrm>
    </dsp:sp>
    <dsp:sp modelId="{C1CA8CFC-7359-4F09-A6FA-3E1840F4F9CC}">
      <dsp:nvSpPr>
        <dsp:cNvPr id="0" name=""/>
        <dsp:cNvSpPr/>
      </dsp:nvSpPr>
      <dsp:spPr>
        <a:xfrm>
          <a:off x="7237337" y="2237163"/>
          <a:ext cx="585661" cy="292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 dirty="0" err="1"/>
            <a:t>NextUse</a:t>
          </a:r>
          <a:r>
            <a:rPr lang="en-CA" sz="500" kern="1200" dirty="0"/>
            <a:t> Business Solutions Inc. (50%)</a:t>
          </a:r>
        </a:p>
      </dsp:txBody>
      <dsp:txXfrm>
        <a:off x="7237337" y="2237163"/>
        <a:ext cx="585661" cy="292830"/>
      </dsp:txXfrm>
    </dsp:sp>
    <dsp:sp modelId="{415B622E-82A6-4438-85E0-F5101F9614D6}">
      <dsp:nvSpPr>
        <dsp:cNvPr id="0" name=""/>
        <dsp:cNvSpPr/>
      </dsp:nvSpPr>
      <dsp:spPr>
        <a:xfrm>
          <a:off x="7237337" y="2652983"/>
          <a:ext cx="585661" cy="292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 dirty="0"/>
            <a:t>2627411</a:t>
          </a:r>
          <a:r>
            <a:rPr lang="en-US" sz="500" kern="1200" dirty="0"/>
            <a:t> Alberta Ltd (</a:t>
          </a:r>
          <a:r>
            <a:rPr lang="en-US" sz="500" kern="1200" dirty="0" err="1"/>
            <a:t>Bzam</a:t>
          </a:r>
          <a:r>
            <a:rPr lang="en-US" sz="500" kern="1200" dirty="0"/>
            <a:t> Building Hold Co)</a:t>
          </a:r>
          <a:endParaRPr lang="en-CA" sz="500" kern="1200" dirty="0"/>
        </a:p>
      </dsp:txBody>
      <dsp:txXfrm>
        <a:off x="7237337" y="2652983"/>
        <a:ext cx="585661" cy="292830"/>
      </dsp:txXfrm>
    </dsp:sp>
    <dsp:sp modelId="{61B053E0-9CE1-45B6-89FA-ACAAF3AA6E73}">
      <dsp:nvSpPr>
        <dsp:cNvPr id="0" name=""/>
        <dsp:cNvSpPr/>
      </dsp:nvSpPr>
      <dsp:spPr>
        <a:xfrm>
          <a:off x="7237337" y="3068803"/>
          <a:ext cx="585661" cy="292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Love Train Cannabis Inc. (Not operating, to be dissolved) (was </a:t>
          </a:r>
          <a:r>
            <a:rPr lang="en-CA" sz="500" kern="1200" dirty="0"/>
            <a:t>2627413 Alberta Ltd)</a:t>
          </a:r>
        </a:p>
      </dsp:txBody>
      <dsp:txXfrm>
        <a:off x="7237337" y="3068803"/>
        <a:ext cx="585661" cy="292830"/>
      </dsp:txXfrm>
    </dsp:sp>
    <dsp:sp modelId="{64502D91-D7E5-429A-9E3C-20DFA42BA3D9}">
      <dsp:nvSpPr>
        <dsp:cNvPr id="0" name=""/>
        <dsp:cNvSpPr/>
      </dsp:nvSpPr>
      <dsp:spPr>
        <a:xfrm>
          <a:off x="7799572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/>
            <a:t>Cashco Consumer </a:t>
          </a:r>
          <a:r>
            <a:rPr lang="en-CA" sz="500" kern="1200" err="1"/>
            <a:t>TermLoans</a:t>
          </a:r>
          <a:r>
            <a:rPr lang="en-CA" sz="500" kern="1200"/>
            <a:t> Inc. (inactive)</a:t>
          </a:r>
        </a:p>
      </dsp:txBody>
      <dsp:txXfrm>
        <a:off x="7799572" y="1821343"/>
        <a:ext cx="585661" cy="292830"/>
      </dsp:txXfrm>
    </dsp:sp>
    <dsp:sp modelId="{D116C598-2088-42A9-A2FC-8877B2798C08}">
      <dsp:nvSpPr>
        <dsp:cNvPr id="0" name=""/>
        <dsp:cNvSpPr/>
      </dsp:nvSpPr>
      <dsp:spPr>
        <a:xfrm>
          <a:off x="8508223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Settlement Lenders of Canada (</a:t>
          </a:r>
          <a:r>
            <a:rPr lang="en-CA" sz="500" kern="1200"/>
            <a:t>1090747 Alberta Inc.) (inactive)</a:t>
          </a:r>
        </a:p>
      </dsp:txBody>
      <dsp:txXfrm>
        <a:off x="8508223" y="1821343"/>
        <a:ext cx="585661" cy="292830"/>
      </dsp:txXfrm>
    </dsp:sp>
    <dsp:sp modelId="{67287622-040D-4D7F-823B-07FC6779E310}">
      <dsp:nvSpPr>
        <dsp:cNvPr id="0" name=""/>
        <dsp:cNvSpPr/>
      </dsp:nvSpPr>
      <dsp:spPr>
        <a:xfrm>
          <a:off x="9216874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Settlement Lenders Inc. (inactive)</a:t>
          </a:r>
          <a:endParaRPr lang="en-CA" sz="500" kern="1200" dirty="0"/>
        </a:p>
      </dsp:txBody>
      <dsp:txXfrm>
        <a:off x="9216874" y="1821343"/>
        <a:ext cx="585661" cy="292830"/>
      </dsp:txXfrm>
    </dsp:sp>
    <dsp:sp modelId="{1359357D-AC17-47B3-A3C7-78DBE090BFE7}">
      <dsp:nvSpPr>
        <dsp:cNvPr id="0" name=""/>
        <dsp:cNvSpPr/>
      </dsp:nvSpPr>
      <dsp:spPr>
        <a:xfrm>
          <a:off x="5319294" y="1405523"/>
          <a:ext cx="585661" cy="29283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00" kern="1200" err="1"/>
            <a:t>CosignSimple</a:t>
          </a:r>
          <a:r>
            <a:rPr lang="en-CA" sz="500" kern="1200"/>
            <a:t> Inc. (not active)</a:t>
          </a:r>
        </a:p>
      </dsp:txBody>
      <dsp:txXfrm>
        <a:off x="5319294" y="1405523"/>
        <a:ext cx="585661" cy="292830"/>
      </dsp:txXfrm>
    </dsp:sp>
    <dsp:sp modelId="{52F6E074-DCD4-4DFE-9B85-8A403EDE2543}">
      <dsp:nvSpPr>
        <dsp:cNvPr id="0" name=""/>
        <dsp:cNvSpPr/>
      </dsp:nvSpPr>
      <dsp:spPr>
        <a:xfrm>
          <a:off x="9779110" y="1405523"/>
          <a:ext cx="585661" cy="29283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Lady Loans Ltd (52% owned by trustee SL) (not active)</a:t>
          </a:r>
          <a:endParaRPr lang="en-CA" sz="500" kern="1200"/>
        </a:p>
      </dsp:txBody>
      <dsp:txXfrm>
        <a:off x="9779110" y="1405523"/>
        <a:ext cx="585661" cy="292830"/>
      </dsp:txXfrm>
    </dsp:sp>
    <dsp:sp modelId="{140EC5B0-65BF-44C6-B4C9-DBD77831584C}">
      <dsp:nvSpPr>
        <dsp:cNvPr id="0" name=""/>
        <dsp:cNvSpPr/>
      </dsp:nvSpPr>
      <dsp:spPr>
        <a:xfrm>
          <a:off x="9925525" y="1821343"/>
          <a:ext cx="585661" cy="292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2294955 Alberta Ltd. Lady Loans Canada (not active)</a:t>
          </a:r>
          <a:endParaRPr lang="en-CA" sz="500" kern="1200"/>
        </a:p>
      </dsp:txBody>
      <dsp:txXfrm>
        <a:off x="9925525" y="1821343"/>
        <a:ext cx="585661" cy="2928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5E353C-F76B-48F6-8DEF-4059A64DE7F8}">
      <dsp:nvSpPr>
        <dsp:cNvPr id="0" name=""/>
        <dsp:cNvSpPr/>
      </dsp:nvSpPr>
      <dsp:spPr>
        <a:xfrm>
          <a:off x="3714139" y="3562924"/>
          <a:ext cx="200970" cy="6163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6308"/>
              </a:lnTo>
              <a:lnTo>
                <a:pt x="200970" y="61630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F11C5D-B1A2-491E-A3D8-2259AC5AC064}">
      <dsp:nvSpPr>
        <dsp:cNvPr id="0" name=""/>
        <dsp:cNvSpPr/>
      </dsp:nvSpPr>
      <dsp:spPr>
        <a:xfrm>
          <a:off x="3439480" y="2611664"/>
          <a:ext cx="810580" cy="281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679"/>
              </a:lnTo>
              <a:lnTo>
                <a:pt x="810580" y="140679"/>
              </a:lnTo>
              <a:lnTo>
                <a:pt x="810580" y="28135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4FD3D8-B0D2-456F-B041-000D18F20B1D}">
      <dsp:nvSpPr>
        <dsp:cNvPr id="0" name=""/>
        <dsp:cNvSpPr/>
      </dsp:nvSpPr>
      <dsp:spPr>
        <a:xfrm>
          <a:off x="2628899" y="2611664"/>
          <a:ext cx="810580" cy="281358"/>
        </a:xfrm>
        <a:custGeom>
          <a:avLst/>
          <a:gdLst/>
          <a:ahLst/>
          <a:cxnLst/>
          <a:rect l="0" t="0" r="0" b="0"/>
          <a:pathLst>
            <a:path>
              <a:moveTo>
                <a:pt x="810580" y="0"/>
              </a:moveTo>
              <a:lnTo>
                <a:pt x="810580" y="140679"/>
              </a:lnTo>
              <a:lnTo>
                <a:pt x="0" y="140679"/>
              </a:lnTo>
              <a:lnTo>
                <a:pt x="0" y="28135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0BA22F-D38E-4251-B682-798DA8310B04}">
      <dsp:nvSpPr>
        <dsp:cNvPr id="0" name=""/>
        <dsp:cNvSpPr/>
      </dsp:nvSpPr>
      <dsp:spPr>
        <a:xfrm>
          <a:off x="3393760" y="1660405"/>
          <a:ext cx="91440" cy="2813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135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2E099F-B7DE-47D1-AC9C-CA495E36C58E}">
      <dsp:nvSpPr>
        <dsp:cNvPr id="0" name=""/>
        <dsp:cNvSpPr/>
      </dsp:nvSpPr>
      <dsp:spPr>
        <a:xfrm>
          <a:off x="136868" y="2611664"/>
          <a:ext cx="200970" cy="6163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6308"/>
              </a:lnTo>
              <a:lnTo>
                <a:pt x="200970" y="61630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8B5C95-DD82-4D5C-A122-F6B405703BD6}">
      <dsp:nvSpPr>
        <dsp:cNvPr id="0" name=""/>
        <dsp:cNvSpPr/>
      </dsp:nvSpPr>
      <dsp:spPr>
        <a:xfrm>
          <a:off x="627069" y="1660405"/>
          <a:ext cx="91440" cy="2813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135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231C1-B050-407E-9D27-24DA4D317C6C}">
      <dsp:nvSpPr>
        <dsp:cNvPr id="0" name=""/>
        <dsp:cNvSpPr/>
      </dsp:nvSpPr>
      <dsp:spPr>
        <a:xfrm>
          <a:off x="2888" y="990504"/>
          <a:ext cx="1339801" cy="6699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100" kern="1200"/>
            <a:t>Western Canada Trust</a:t>
          </a:r>
        </a:p>
      </dsp:txBody>
      <dsp:txXfrm>
        <a:off x="2888" y="990504"/>
        <a:ext cx="1339801" cy="669900"/>
      </dsp:txXfrm>
    </dsp:sp>
    <dsp:sp modelId="{A745C4D0-EDF8-4A8D-B582-197EFEE78B22}">
      <dsp:nvSpPr>
        <dsp:cNvPr id="0" name=""/>
        <dsp:cNvSpPr/>
      </dsp:nvSpPr>
      <dsp:spPr>
        <a:xfrm>
          <a:off x="2888" y="1941763"/>
          <a:ext cx="1339801" cy="6699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100" kern="1200"/>
            <a:t>1378310 Alberta Ltd (Hold Co)</a:t>
          </a:r>
        </a:p>
      </dsp:txBody>
      <dsp:txXfrm>
        <a:off x="2888" y="1941763"/>
        <a:ext cx="1339801" cy="669900"/>
      </dsp:txXfrm>
    </dsp:sp>
    <dsp:sp modelId="{1DB5BA90-7C83-48E6-BE0D-32ABA35B1B09}">
      <dsp:nvSpPr>
        <dsp:cNvPr id="0" name=""/>
        <dsp:cNvSpPr/>
      </dsp:nvSpPr>
      <dsp:spPr>
        <a:xfrm>
          <a:off x="337838" y="2893023"/>
          <a:ext cx="1339801" cy="6699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100" kern="1200"/>
            <a:t>2137259 Alberta Ltd (Kelowna Dev Property)</a:t>
          </a:r>
        </a:p>
      </dsp:txBody>
      <dsp:txXfrm>
        <a:off x="337838" y="2893023"/>
        <a:ext cx="1339801" cy="669900"/>
      </dsp:txXfrm>
    </dsp:sp>
    <dsp:sp modelId="{9ED42BEC-DE63-4CB5-A639-C04CCC7AAD2D}">
      <dsp:nvSpPr>
        <dsp:cNvPr id="0" name=""/>
        <dsp:cNvSpPr/>
      </dsp:nvSpPr>
      <dsp:spPr>
        <a:xfrm>
          <a:off x="2769579" y="990504"/>
          <a:ext cx="1339801" cy="6699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North American Foundation (not active, legal status unsure)</a:t>
          </a:r>
          <a:endParaRPr lang="en-CA" sz="1100" kern="1200" dirty="0"/>
        </a:p>
      </dsp:txBody>
      <dsp:txXfrm>
        <a:off x="2769579" y="990504"/>
        <a:ext cx="1339801" cy="669900"/>
      </dsp:txXfrm>
    </dsp:sp>
    <dsp:sp modelId="{3C9CA67D-7C73-40D5-B8AC-FFD3F23ED2E5}">
      <dsp:nvSpPr>
        <dsp:cNvPr id="0" name=""/>
        <dsp:cNvSpPr/>
      </dsp:nvSpPr>
      <dsp:spPr>
        <a:xfrm>
          <a:off x="2769579" y="1941763"/>
          <a:ext cx="1339801" cy="6699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100" kern="1200"/>
            <a:t>1496120 Alberta Ltd. (Hold Co)</a:t>
          </a:r>
        </a:p>
      </dsp:txBody>
      <dsp:txXfrm>
        <a:off x="2769579" y="1941763"/>
        <a:ext cx="1339801" cy="669900"/>
      </dsp:txXfrm>
    </dsp:sp>
    <dsp:sp modelId="{E1D71F65-BB1B-4077-8ACA-F94A17763AE0}">
      <dsp:nvSpPr>
        <dsp:cNvPr id="0" name=""/>
        <dsp:cNvSpPr/>
      </dsp:nvSpPr>
      <dsp:spPr>
        <a:xfrm>
          <a:off x="1958999" y="2893023"/>
          <a:ext cx="1339801" cy="6699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100" kern="1200" err="1"/>
            <a:t>CashCo</a:t>
          </a:r>
          <a:r>
            <a:rPr lang="en-CA" sz="1100" kern="1200"/>
            <a:t> ADM Inc. (Hold Co)</a:t>
          </a:r>
        </a:p>
      </dsp:txBody>
      <dsp:txXfrm>
        <a:off x="1958999" y="2893023"/>
        <a:ext cx="1339801" cy="669900"/>
      </dsp:txXfrm>
    </dsp:sp>
    <dsp:sp modelId="{7013B6C0-65BA-403F-BF96-2821AFF03065}">
      <dsp:nvSpPr>
        <dsp:cNvPr id="0" name=""/>
        <dsp:cNvSpPr/>
      </dsp:nvSpPr>
      <dsp:spPr>
        <a:xfrm>
          <a:off x="3580159" y="2893023"/>
          <a:ext cx="1339801" cy="6699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100" kern="1200" err="1"/>
            <a:t>CashCo</a:t>
          </a:r>
          <a:r>
            <a:rPr lang="en-CA" sz="1100" kern="1200"/>
            <a:t> PW Inc. (Hold Co)</a:t>
          </a:r>
        </a:p>
      </dsp:txBody>
      <dsp:txXfrm>
        <a:off x="3580159" y="2893023"/>
        <a:ext cx="1339801" cy="669900"/>
      </dsp:txXfrm>
    </dsp:sp>
    <dsp:sp modelId="{CB0D7D86-414A-4F97-9BDE-6AB0E6C41EC5}">
      <dsp:nvSpPr>
        <dsp:cNvPr id="0" name=""/>
        <dsp:cNvSpPr/>
      </dsp:nvSpPr>
      <dsp:spPr>
        <a:xfrm>
          <a:off x="3915109" y="3844282"/>
          <a:ext cx="1339801" cy="6699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100" kern="1200"/>
            <a:t>Image in Delaware Inc. (Hold Co. $0)</a:t>
          </a:r>
        </a:p>
      </dsp:txBody>
      <dsp:txXfrm>
        <a:off x="3915109" y="3844282"/>
        <a:ext cx="1339801" cy="669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FED6B-91CA-46B0-AC24-4B096C24B5F0}" type="datetimeFigureOut">
              <a:rPr lang="en-PH" smtClean="0"/>
              <a:t>1/6/2026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83AF3-1898-42D0-B215-2D3034A86AC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5701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74D89-9BC7-2AA5-7AA1-01BFDD415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F523F-AAD4-1311-EA68-C365AEB40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0DF31-D201-82AA-6A34-02EC2A9C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55E2F-1174-4987-55A3-B9BC11BD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FCAEB-2469-732A-4E71-5C5A744F0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30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6476-04EE-25AA-0DB7-D429DA2E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450A2-DE3F-3560-D82C-1CB4CE82C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13618-3C03-2289-8F22-A96D6577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DE347-344B-2AE0-B699-5BC1C051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EC286-1C26-BB1A-1FAD-44CF98B35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3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89607-531C-35FF-C4EE-AF844350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5C285-8C7D-AE5D-48D5-5E99EA1B7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8CC3D-8E6B-084D-79D1-5B23DDE0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290F1-F302-603C-BC74-C5C52F87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726E2-62EC-7C45-752C-D8B30C9B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1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4B4DF-DF24-EBAD-6EFA-9F6240992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9830E-38E2-2F08-7F2C-6139E60A8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10E31-3AC4-2F7C-5C29-EA18AD35A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7397-6CC2-71E8-83DB-1802CD9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5E018-5EA0-299D-B076-2201C733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B30BF-9495-B935-4C66-070538CA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70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3D3A-5FEE-8E85-50CD-70E55294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FAE39-8D13-3329-7DDA-9750836FE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12E2-33C6-2341-9323-50DE05158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DCFE7-B73B-8FB1-BF1B-27B8CB408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C9391-D11E-6DEE-4C77-4BEDA4AF6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68C67-2D0C-5133-4E75-E783D5FF7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6DE8B-347D-557C-000E-E40BA276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02A3D4-D6E5-089E-08CF-DEF8368E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66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5F57D-C60D-4C08-4189-E4620B1B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72FD3-E67A-578A-BBC3-0E299536C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B803A-27C1-79C4-9900-D4B181E9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3B92F-98B5-A1FB-7990-1A767D1A7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4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651D0-4D8C-9C6B-9723-6C47330B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39FFC-2A7A-9500-D32B-CC3B823E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8324D-F4AF-C7EF-535B-61A8D90C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1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0A69-04B1-1953-9491-6EFA33E05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609B4-B27C-5669-F2E7-6B73702BB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42D3A-08E6-91E6-356F-C31C55822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DEC63-17CA-6CB4-2989-4021A747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84E0E-4966-6D6D-AFE4-C33B96484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B48EF-727C-82A4-4B6D-87AF0E151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2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71CB-499D-EEA2-58DE-C1B5522E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76C82-8CBC-0044-BBBE-FF7BAC7F33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3266B-8825-C09D-414E-283EE6634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1D934-E2EF-B273-7B3C-4AFC7FDE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495F6-8DF2-099B-08CA-299B38F5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AE932-7283-0E58-C43E-E8015DA20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7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258C3-8FA3-BB10-CAC7-551C25B9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6485D-974E-7627-50C0-DB63F04FC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DC2E9-3CB7-5D02-CE88-1B2D32FEB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3CEC7-84C3-FF24-63BE-45B421B4B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DCCD8-4275-3938-50B5-0D3F96E30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8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1D7094-6E6A-394A-FD7B-5A356F609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6F3F7-F0B6-9567-25F4-1429EF49B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5CC75-186F-6DE2-642B-1A72EA38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65A11-747B-6DC1-0FD6-2BE3ADFF8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46D1-FD69-C0D5-DB0C-60E2219B1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6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AB581B-3036-04F7-F835-FE519812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756D5-699C-51E1-1230-9D157B168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4315B-7758-BC8B-2689-3C4757BEB2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48AC9-72FA-865E-8E99-D4EC79AD5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CCD68-7414-A29D-7965-B1B4AA67EA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4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34C3-E062-1127-4CDA-AEA94E30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521798"/>
            <a:ext cx="10515600" cy="1040677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CA" dirty="0"/>
              <a:t>Values Card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B0D8C-DE9D-EB09-C71D-E33705EA4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you believe in?  What guides your choices?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66326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D77670-178B-D30F-E06F-75AFC1F7D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97" y="0"/>
            <a:ext cx="9789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63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D3E23-962A-D6AC-29F7-A20A61FD7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10515600" cy="113347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CA" dirty="0"/>
              <a:t>Portfolio Structure 2025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64440-8C9A-A4CE-89C2-D090F5219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3495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43904-535F-C484-57D0-30EC3E8D1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7F3E844-9E4D-9F31-C860-EF670DA14C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359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583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AE1B4-D4AE-E311-DFEC-AE44879E2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28E5CB-913B-4378-97CE-18C9F641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A5B5D17-4487-EFF0-F196-E8F6C5BCE2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7313599"/>
              </p:ext>
            </p:extLst>
          </p:nvPr>
        </p:nvGraphicFramePr>
        <p:xfrm>
          <a:off x="3465575" y="905572"/>
          <a:ext cx="525780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143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6388C-0E3B-90CA-DC89-8B68C7109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2D10-4976-F9B5-1079-9A5AA2EBE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21386"/>
            <a:ext cx="10515600" cy="941089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CA" dirty="0"/>
              <a:t>2025 Portfolio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021A0-17E2-A51C-2CDC-BD32B284B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19065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5542-5B00-2DEA-24D3-DCF23510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3B2B-A0B7-CC35-86B0-49C4FEC4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767"/>
            <a:ext cx="10840770" cy="1325563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just"/>
            <a:r>
              <a:rPr lang="en-US" dirty="0"/>
              <a:t>What does A Trust as a Force for Good do and invest in?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D86CE-A3AC-20F6-4257-DFDC58687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11060"/>
            <a:ext cx="10904145" cy="291839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Real Estate – Property Management - $3.4M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 Estate – Property Development - $10.5M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Lending &amp; Financial Services - $20M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Cannabis - $23M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Food Manufacturing and Brand Development (eliminated in 2025)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229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C359-9D84-DFA0-49D2-8B21A9D5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AE412-B628-3184-8B45-BD320EDA34D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4500" dirty="0"/>
              <a:t>Real Estate – Property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A2675-D352-C943-5832-162CE078E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Real Estate – Owned - $6.4M (tax value) </a:t>
            </a:r>
          </a:p>
          <a:p>
            <a:pPr lvl="1"/>
            <a:r>
              <a:rPr lang="en-CA" dirty="0"/>
              <a:t>(-$3.5M leverage used to buy Ogen)</a:t>
            </a:r>
          </a:p>
          <a:p>
            <a:r>
              <a:rPr lang="en-CA" dirty="0"/>
              <a:t>Loans &amp; Mortgages - $500k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51457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3714-E6EC-2D3B-76E8-0E6EA5B4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D5A1F-11BC-9192-77BE-2B15498482A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4800" dirty="0"/>
              <a:t>2. Real Estate – Property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E43A6-7AFD-DE9C-07F1-0E40A797E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Seba Hub &amp; RV Projects:</a:t>
            </a:r>
          </a:p>
          <a:p>
            <a:pPr lvl="1"/>
            <a:r>
              <a:rPr lang="en-CA" dirty="0"/>
              <a:t>$5M Kokanee (Purchase Price)</a:t>
            </a:r>
          </a:p>
          <a:p>
            <a:pPr lvl="1"/>
            <a:r>
              <a:rPr lang="en-CA" dirty="0"/>
              <a:t>$1M+ School and Grounds with permitting (approx. purchase/invested value)</a:t>
            </a:r>
          </a:p>
          <a:p>
            <a:pPr lvl="1"/>
            <a:r>
              <a:rPr lang="en-CA" dirty="0"/>
              <a:t>$1M Wedding Lodge (Held Personally) (Purchase Price) under lease to Seba Hub</a:t>
            </a:r>
          </a:p>
          <a:p>
            <a:pPr lvl="1"/>
            <a:r>
              <a:rPr lang="en-CA" dirty="0"/>
              <a:t>$3.5M Next Use – Ogen (purchase price, leveraged JL property)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078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ED1EA-FB54-18BC-5462-3AADC060A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6995C-7DF3-A46F-C231-EF628ECB42E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4500" dirty="0"/>
              <a:t>3. </a:t>
            </a:r>
            <a:r>
              <a:rPr lang="en-US" sz="4800" dirty="0"/>
              <a:t>Lending &amp; Financial Services</a:t>
            </a:r>
            <a:endParaRPr lang="en-US" sz="4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14E8B-E734-F8EC-558B-B19636A9C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$5M approx. market value of IP (including FSL &amp; DE) and loans out net </a:t>
            </a:r>
            <a:r>
              <a:rPr lang="en-CA"/>
              <a:t>of loans </a:t>
            </a:r>
            <a:r>
              <a:rPr lang="en-CA" dirty="0"/>
              <a:t>- </a:t>
            </a:r>
            <a:r>
              <a:rPr lang="en-CA" dirty="0" err="1"/>
              <a:t>CashCo</a:t>
            </a:r>
            <a:endParaRPr lang="en-CA" dirty="0"/>
          </a:p>
          <a:p>
            <a:r>
              <a:rPr lang="en-CA" dirty="0"/>
              <a:t>$13.5M loans to </a:t>
            </a:r>
            <a:r>
              <a:rPr lang="en-CA" dirty="0" err="1"/>
              <a:t>CashCo</a:t>
            </a:r>
            <a:r>
              <a:rPr lang="en-CA" dirty="0"/>
              <a:t> from associated portfolio companies</a:t>
            </a:r>
          </a:p>
          <a:p>
            <a:r>
              <a:rPr lang="en-CA" dirty="0"/>
              <a:t>$1M loan value – Venue</a:t>
            </a:r>
          </a:p>
          <a:p>
            <a:r>
              <a:rPr lang="en-CA" dirty="0"/>
              <a:t>$500k loan and asset values – Pawn Princess</a:t>
            </a:r>
          </a:p>
        </p:txBody>
      </p:sp>
    </p:spTree>
    <p:extLst>
      <p:ext uri="{BB962C8B-B14F-4D97-AF65-F5344CB8AC3E}">
        <p14:creationId xmlns:p14="http://schemas.microsoft.com/office/powerpoint/2010/main" val="1755025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E69EE-C739-B632-308D-534E5312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DE2D1-805D-C517-A507-DB6CAF0E70F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4500" dirty="0"/>
              <a:t>4. </a:t>
            </a:r>
            <a:r>
              <a:rPr lang="en-US" sz="4800" dirty="0"/>
              <a:t>Cannabis</a:t>
            </a:r>
            <a:endParaRPr lang="en-US" sz="45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B00B1-FC28-EC4D-EA6A-A3F652FDC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$23M ($17M purchase price from CCAA + $6M DIP) Freedom Cannabis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93481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D871-D4B6-2ECD-8AF1-6B2FDF5A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3E03A-02CF-DB33-D21F-13B880D70AA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4500" dirty="0"/>
              <a:t>5. </a:t>
            </a:r>
            <a:r>
              <a:rPr lang="en-US" sz="4800" dirty="0"/>
              <a:t>Food Manufacturing and Brand Development</a:t>
            </a:r>
            <a:endParaRPr lang="en-US" sz="45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6CA86-0680-674C-A81C-A8026D187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(sold in 2025)</a:t>
            </a:r>
          </a:p>
          <a:p>
            <a:r>
              <a:rPr lang="en-US" dirty="0"/>
              <a:t>Food Manufacturing and Brand Development</a:t>
            </a:r>
          </a:p>
          <a:p>
            <a:pPr lvl="1"/>
            <a:r>
              <a:rPr lang="en-US" dirty="0"/>
              <a:t>Loan Balance on sale: $6.2MM Loan (principal only)</a:t>
            </a:r>
          </a:p>
          <a:p>
            <a:pPr lvl="1"/>
            <a:r>
              <a:rPr lang="en-US" dirty="0"/>
              <a:t>Sale Price: $1.85MM</a:t>
            </a:r>
          </a:p>
          <a:p>
            <a:pPr lvl="1"/>
            <a:r>
              <a:rPr lang="en-US" dirty="0"/>
              <a:t>Net Loss: $4.35MM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08505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f7726b-9ba1-4f7f-a707-9451969aeb98" xsi:nil="true"/>
    <lcf76f155ced4ddcb4097134ff3c332f xmlns="7c479cd1-2293-4a13-9802-7b242084be4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EA3432DF69114F99F236A6FE3BC6FC" ma:contentTypeVersion="18" ma:contentTypeDescription="Create a new document." ma:contentTypeScope="" ma:versionID="cb84fdef3b90db047d4daa8e08887f97">
  <xsd:schema xmlns:xsd="http://www.w3.org/2001/XMLSchema" xmlns:xs="http://www.w3.org/2001/XMLSchema" xmlns:p="http://schemas.microsoft.com/office/2006/metadata/properties" xmlns:ns2="7c479cd1-2293-4a13-9802-7b242084be45" xmlns:ns3="09f7726b-9ba1-4f7f-a707-9451969aeb98" targetNamespace="http://schemas.microsoft.com/office/2006/metadata/properties" ma:root="true" ma:fieldsID="ee603467fafc9c69ae1eb75bd43f4372" ns2:_="" ns3:_="">
    <xsd:import namespace="7c479cd1-2293-4a13-9802-7b242084be45"/>
    <xsd:import namespace="09f7726b-9ba1-4f7f-a707-9451969aeb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479cd1-2293-4a13-9802-7b242084be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a2c0ee6-c5f2-4474-adc1-9115af5f70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7726b-9ba1-4f7f-a707-9451969aeb9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e6b0847-2f16-451c-8798-570e37006806}" ma:internalName="TaxCatchAll" ma:showField="CatchAllData" ma:web="09f7726b-9ba1-4f7f-a707-9451969aeb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10D7A5-05BB-4B33-A5B0-CD1DB1F37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A5C3F4-D326-451E-8889-467EFA7B82C4}">
  <ds:schemaRefs>
    <ds:schemaRef ds:uri="http://purl.org/dc/terms/"/>
    <ds:schemaRef ds:uri="http://schemas.microsoft.com/office/2006/documentManagement/types"/>
    <ds:schemaRef ds:uri="09f7726b-9ba1-4f7f-a707-9451969aeb98"/>
    <ds:schemaRef ds:uri="http://www.w3.org/XML/1998/namespace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7c479cd1-2293-4a13-9802-7b242084be4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7EFAFFD-833E-4D50-927B-E1E2C5641F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479cd1-2293-4a13-9802-7b242084be45"/>
    <ds:schemaRef ds:uri="09f7726b-9ba1-4f7f-a707-9451969aeb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1050</TotalTime>
  <Words>615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Values Card</vt:lpstr>
      <vt:lpstr>PowerPoint Presentation</vt:lpstr>
      <vt:lpstr>Portfolio Structure 2025</vt:lpstr>
      <vt:lpstr>PowerPoint Presentation</vt:lpstr>
      <vt:lpstr>PowerPoint Presentation</vt:lpstr>
      <vt:lpstr>2025 Portfolio Review</vt:lpstr>
      <vt:lpstr>What does A Trust as a Force for Good do and invest in?</vt:lpstr>
      <vt:lpstr>Real Estate – Property Management</vt:lpstr>
      <vt:lpstr>2. Real Estate – Property Development</vt:lpstr>
      <vt:lpstr>3. Lending &amp; Financial Services</vt:lpstr>
      <vt:lpstr>4. Cannabis</vt:lpstr>
      <vt:lpstr>5. Food Manufacturing and Brand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Frampton</dc:creator>
  <cp:lastModifiedBy>Samantha Frampton</cp:lastModifiedBy>
  <cp:revision>13</cp:revision>
  <cp:lastPrinted>2024-12-10T22:35:53Z</cp:lastPrinted>
  <dcterms:created xsi:type="dcterms:W3CDTF">2024-12-09T22:18:03Z</dcterms:created>
  <dcterms:modified xsi:type="dcterms:W3CDTF">2026-01-07T04:58:58Z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0x0101006BEA3432DF69114F99F236A6FE3BC6FC</vt:lpwstr>
  </property>
  <property fmtid="{D5CDD505-2E9C-101B-9397-08002B2CF9AE}" pid="3" name="MediaServiceImageTags">
    <vt:lpwstr/>
  </property>
</Properties>
</file>