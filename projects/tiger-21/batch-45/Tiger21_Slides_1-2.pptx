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26971" y="1619250"/>
            <a:ext cx="289005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4200" b="1" dirty="0">
                <a:solidFill>
                  <a:srgbClr val="F5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 Latimer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4000500" y="2381250"/>
            <a:ext cx="1143000" cy="19050"/>
          </a:xfrm>
          <a:prstGeom prst="rect">
            <a:avLst/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471114" y="2628900"/>
            <a:ext cx="2201623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Portfolio Defense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523637" y="3284190"/>
            <a:ext cx="209672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January 20, 2026 | Calgary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825917" y="4728270"/>
            <a:ext cx="102331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Tiger 21 Group 3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667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Butterflies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85496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 LEARN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1000" y="1599754"/>
            <a:ext cx="5518404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we go through today's discussion, jot down anything that catches your attention: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2277814"/>
            <a:ext cx="5410200" cy="1333500"/>
          </a:xfrm>
          <a:prstGeom prst="rect">
            <a:avLst/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00050" y="2277814"/>
            <a:ext cx="0" cy="1333500"/>
          </a:xfrm>
          <a:prstGeom prst="line">
            <a:avLst/>
          </a:prstGeom>
          <a:noFill/>
          <a:ln w="38100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9600" y="2430214"/>
            <a:ext cx="509092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you want answered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609600" y="2706439"/>
            <a:ext cx="509092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Concerns or red flags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609600" y="2982664"/>
            <a:ext cx="509092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 or connections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609600" y="3258889"/>
            <a:ext cx="509092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Things you've seen work or fail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381000" y="3801814"/>
            <a:ext cx="5518404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I'll collect these at the end. Your unfiltered thoughts are valuable.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6096000" y="1215330"/>
            <a:ext cx="2667000" cy="3185220"/>
          </a:xfrm>
          <a:prstGeom prst="roundRect">
            <a:avLst>
              <a:gd name="adj" fmla="val 2857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041489" y="2057400"/>
            <a:ext cx="775874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720"/>
              </a:lnSpc>
              <a:spcAft>
                <a:spcPts val="1500"/>
              </a:spcAft>
              <a:buNone/>
            </a:pPr>
            <a:r>
              <a:rPr lang="en-US" sz="480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🦋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6302502" y="3101280"/>
            <a:ext cx="22539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"Ideas are like butterflies — catch them before they fly away."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1000" y="47815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Speaker note: Distribute kits before starting. Sheet, pen, elastic band wallet.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Business as a Force for Good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 Latimer - Tiger 21 Portfolio Defense</dc:title>
  <dc:subject>PptxGenJS Presentation</dc:subject>
  <dc:creator>Tim Latimer</dc:creator>
  <cp:lastModifiedBy>Tim Latimer</cp:lastModifiedBy>
  <cp:revision>1</cp:revision>
  <dcterms:created xsi:type="dcterms:W3CDTF">2026-01-03T07:28:18Z</dcterms:created>
  <dcterms:modified xsi:type="dcterms:W3CDTF">2026-01-03T07:28:18Z</dcterms:modified>
</cp:coreProperties>
</file>